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10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2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1" r:id="rId6"/>
    <p:sldId id="272" r:id="rId7"/>
    <p:sldId id="258" r:id="rId8"/>
    <p:sldId id="259" r:id="rId9"/>
    <p:sldId id="263" r:id="rId10"/>
    <p:sldId id="266" r:id="rId11"/>
    <p:sldId id="267" r:id="rId12"/>
    <p:sldId id="262" r:id="rId13"/>
    <p:sldId id="268" r:id="rId14"/>
    <p:sldId id="257" r:id="rId15"/>
    <p:sldId id="269" r:id="rId16"/>
    <p:sldId id="264" r:id="rId17"/>
    <p:sldId id="270" r:id="rId18"/>
    <p:sldId id="265" r:id="rId19"/>
    <p:sldId id="271" r:id="rId20"/>
    <p:sldId id="2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53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EC01B5-94E0-4C61-B5C2-EBD56A9E0BD1}" type="doc">
      <dgm:prSet loTypeId="urn:microsoft.com/office/officeart/2008/layout/AlternatingHexagons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A184D6E-6B59-4604-AB69-AF14B1E003C7}">
      <dgm:prSet phldrT="[Text]" custT="1"/>
      <dgm:spPr/>
      <dgm:t>
        <a:bodyPr/>
        <a:lstStyle/>
        <a:p>
          <a:r>
            <a:rPr lang="en-US" sz="1400" dirty="0" smtClean="0"/>
            <a:t>02.</a:t>
          </a:r>
        </a:p>
        <a:p>
          <a:r>
            <a:rPr lang="en-US" sz="1800" b="1" dirty="0" smtClean="0"/>
            <a:t>PROCESS</a:t>
          </a:r>
          <a:endParaRPr lang="en-IN" sz="1400" b="1" dirty="0"/>
        </a:p>
      </dgm:t>
    </dgm:pt>
    <dgm:pt modelId="{2D9370A3-F237-4FB6-929F-A69F74AAF8C6}" type="parTrans" cxnId="{BFB5A7BD-50A7-4670-9109-42662926B852}">
      <dgm:prSet/>
      <dgm:spPr/>
      <dgm:t>
        <a:bodyPr/>
        <a:lstStyle/>
        <a:p>
          <a:endParaRPr lang="en-IN"/>
        </a:p>
      </dgm:t>
    </dgm:pt>
    <dgm:pt modelId="{D4AA3842-8346-42DE-97E6-A556F464CA72}" type="sibTrans" cxnId="{BFB5A7BD-50A7-4670-9109-42662926B852}">
      <dgm:prSet/>
      <dgm:spPr/>
      <dgm:t>
        <a:bodyPr/>
        <a:lstStyle/>
        <a:p>
          <a:endParaRPr lang="en-IN"/>
        </a:p>
      </dgm:t>
    </dgm:pt>
    <dgm:pt modelId="{867D761F-6558-4000-A51E-D2D6476C3760}">
      <dgm:prSet phldrT="[Text]" phldr="1"/>
      <dgm:spPr/>
      <dgm:t>
        <a:bodyPr/>
        <a:lstStyle/>
        <a:p>
          <a:endParaRPr lang="en-IN"/>
        </a:p>
      </dgm:t>
    </dgm:pt>
    <dgm:pt modelId="{899F650F-7026-4F3B-B757-616B1160D374}" type="parTrans" cxnId="{87A06973-DC36-42CD-8220-CF99D5CE9695}">
      <dgm:prSet/>
      <dgm:spPr/>
      <dgm:t>
        <a:bodyPr/>
        <a:lstStyle/>
        <a:p>
          <a:endParaRPr lang="en-IN"/>
        </a:p>
      </dgm:t>
    </dgm:pt>
    <dgm:pt modelId="{7C66DFD5-0A5C-4379-BAB9-083F7D4CC11A}" type="sibTrans" cxnId="{87A06973-DC36-42CD-8220-CF99D5CE9695}">
      <dgm:prSet/>
      <dgm:spPr/>
      <dgm:t>
        <a:bodyPr/>
        <a:lstStyle/>
        <a:p>
          <a:endParaRPr lang="en-IN"/>
        </a:p>
      </dgm:t>
    </dgm:pt>
    <dgm:pt modelId="{E0A7E767-069D-452B-8C1D-05573A90E911}">
      <dgm:prSet phldrT="[Text]"/>
      <dgm:spPr/>
      <dgm:t>
        <a:bodyPr/>
        <a:lstStyle/>
        <a:p>
          <a:r>
            <a:rPr lang="en-US" b="1" dirty="0" smtClean="0"/>
            <a:t>04.</a:t>
          </a:r>
        </a:p>
        <a:p>
          <a:r>
            <a:rPr lang="en-US" b="1" dirty="0" smtClean="0"/>
            <a:t>HOME PAGE</a:t>
          </a:r>
          <a:endParaRPr lang="en-IN" b="1" dirty="0"/>
        </a:p>
      </dgm:t>
    </dgm:pt>
    <dgm:pt modelId="{9C607226-0694-4249-AFA5-80F85051C80A}" type="parTrans" cxnId="{7D43403A-45E3-4C14-BDFE-8E42DD1EC220}">
      <dgm:prSet/>
      <dgm:spPr/>
      <dgm:t>
        <a:bodyPr/>
        <a:lstStyle/>
        <a:p>
          <a:endParaRPr lang="en-IN"/>
        </a:p>
      </dgm:t>
    </dgm:pt>
    <dgm:pt modelId="{F5EAA310-F974-456A-88A5-0E15A2CF7F07}" type="sibTrans" cxnId="{7D43403A-45E3-4C14-BDFE-8E42DD1EC220}">
      <dgm:prSet/>
      <dgm:spPr/>
      <dgm:t>
        <a:bodyPr/>
        <a:lstStyle/>
        <a:p>
          <a:endParaRPr lang="en-IN"/>
        </a:p>
      </dgm:t>
    </dgm:pt>
    <dgm:pt modelId="{A580FD73-5A4B-41FE-BF6A-E95E544D6D08}">
      <dgm:prSet phldrT="[Text]" phldr="1"/>
      <dgm:spPr/>
      <dgm:t>
        <a:bodyPr/>
        <a:lstStyle/>
        <a:p>
          <a:endParaRPr lang="en-IN"/>
        </a:p>
      </dgm:t>
    </dgm:pt>
    <dgm:pt modelId="{2C7A58E1-FF03-43A9-94B0-7E113F55F096}" type="parTrans" cxnId="{FB7F4E30-08F0-4E33-AF0B-4D20C44994AC}">
      <dgm:prSet/>
      <dgm:spPr/>
      <dgm:t>
        <a:bodyPr/>
        <a:lstStyle/>
        <a:p>
          <a:endParaRPr lang="en-IN"/>
        </a:p>
      </dgm:t>
    </dgm:pt>
    <dgm:pt modelId="{CAF151EB-C12E-4286-9776-6F60F29833D9}" type="sibTrans" cxnId="{FB7F4E30-08F0-4E33-AF0B-4D20C44994AC}">
      <dgm:prSet/>
      <dgm:spPr/>
      <dgm:t>
        <a:bodyPr/>
        <a:lstStyle/>
        <a:p>
          <a:endParaRPr lang="en-IN"/>
        </a:p>
      </dgm:t>
    </dgm:pt>
    <dgm:pt modelId="{2D9F9D9C-8513-4409-A21F-081E72098D7F}">
      <dgm:prSet phldrT="[Text]"/>
      <dgm:spPr/>
      <dgm:t>
        <a:bodyPr/>
        <a:lstStyle/>
        <a:p>
          <a:r>
            <a:rPr lang="en-US" b="1" dirty="0" smtClean="0"/>
            <a:t>07.</a:t>
          </a:r>
        </a:p>
        <a:p>
          <a:r>
            <a:rPr lang="en-US" b="1" dirty="0" smtClean="0"/>
            <a:t>TIMING &amp;</a:t>
          </a:r>
        </a:p>
        <a:p>
          <a:r>
            <a:rPr lang="en-US" b="1" dirty="0" smtClean="0"/>
            <a:t>GEOGRAPHY</a:t>
          </a:r>
          <a:endParaRPr lang="en-IN" b="1" dirty="0"/>
        </a:p>
      </dgm:t>
    </dgm:pt>
    <dgm:pt modelId="{13A6DF14-EF1A-4423-A96E-E03776D12547}" type="parTrans" cxnId="{212AFD14-2A97-45F7-88D9-B2C13BAF62E9}">
      <dgm:prSet/>
      <dgm:spPr/>
      <dgm:t>
        <a:bodyPr/>
        <a:lstStyle/>
        <a:p>
          <a:endParaRPr lang="en-IN"/>
        </a:p>
      </dgm:t>
    </dgm:pt>
    <dgm:pt modelId="{9F05F72E-61EC-486F-BBCA-FE4E2920A6BE}" type="sibTrans" cxnId="{212AFD14-2A97-45F7-88D9-B2C13BAF62E9}">
      <dgm:prSet/>
      <dgm:spPr/>
      <dgm:t>
        <a:bodyPr/>
        <a:lstStyle/>
        <a:p>
          <a:endParaRPr lang="en-IN"/>
        </a:p>
      </dgm:t>
    </dgm:pt>
    <dgm:pt modelId="{CD3E67B2-D3A8-4A91-A7AC-E504E7D12C1D}">
      <dgm:prSet phldrT="[Text]" phldr="1"/>
      <dgm:spPr/>
      <dgm:t>
        <a:bodyPr/>
        <a:lstStyle/>
        <a:p>
          <a:endParaRPr lang="en-IN"/>
        </a:p>
      </dgm:t>
    </dgm:pt>
    <dgm:pt modelId="{99AB0D0F-C8E4-4D5A-8928-1F05ED668F9C}" type="parTrans" cxnId="{6A96B4A5-617E-426F-9844-8B06562384DE}">
      <dgm:prSet/>
      <dgm:spPr/>
      <dgm:t>
        <a:bodyPr/>
        <a:lstStyle/>
        <a:p>
          <a:endParaRPr lang="en-IN"/>
        </a:p>
      </dgm:t>
    </dgm:pt>
    <dgm:pt modelId="{68B63609-903D-4AAC-AC52-48B4FC3CFD9D}" type="sibTrans" cxnId="{6A96B4A5-617E-426F-9844-8B06562384DE}">
      <dgm:prSet/>
      <dgm:spPr/>
      <dgm:t>
        <a:bodyPr/>
        <a:lstStyle/>
        <a:p>
          <a:endParaRPr lang="en-IN"/>
        </a:p>
      </dgm:t>
    </dgm:pt>
    <dgm:pt modelId="{7E659D8E-FA93-44CE-B6A5-936B05956062}" type="pres">
      <dgm:prSet presAssocID="{5AEC01B5-94E0-4C61-B5C2-EBD56A9E0BD1}" presName="Name0" presStyleCnt="0">
        <dgm:presLayoutVars>
          <dgm:chMax/>
          <dgm:chPref/>
          <dgm:dir/>
          <dgm:animLvl val="lvl"/>
        </dgm:presLayoutVars>
      </dgm:prSet>
      <dgm:spPr/>
    </dgm:pt>
    <dgm:pt modelId="{7851B1B2-41C3-4BA0-9AFD-08E217D9E52B}" type="pres">
      <dgm:prSet presAssocID="{DA184D6E-6B59-4604-AB69-AF14B1E003C7}" presName="composite" presStyleCnt="0"/>
      <dgm:spPr/>
    </dgm:pt>
    <dgm:pt modelId="{13521BA6-86B9-418E-A6CD-B97F3FAA913C}" type="pres">
      <dgm:prSet presAssocID="{DA184D6E-6B59-4604-AB69-AF14B1E003C7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6FEF3A-A182-45B4-88FD-7D2684AB878A}" type="pres">
      <dgm:prSet presAssocID="{DA184D6E-6B59-4604-AB69-AF14B1E003C7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54BCECB-7FC7-4952-B05E-C658577035E8}" type="pres">
      <dgm:prSet presAssocID="{DA184D6E-6B59-4604-AB69-AF14B1E003C7}" presName="BalanceSpacing" presStyleCnt="0"/>
      <dgm:spPr/>
    </dgm:pt>
    <dgm:pt modelId="{B6A4929B-BE3B-4217-90E9-FB1BAA030900}" type="pres">
      <dgm:prSet presAssocID="{DA184D6E-6B59-4604-AB69-AF14B1E003C7}" presName="BalanceSpacing1" presStyleCnt="0"/>
      <dgm:spPr/>
    </dgm:pt>
    <dgm:pt modelId="{18B5237F-6D3C-4C06-9C51-3F102CF73FB1}" type="pres">
      <dgm:prSet presAssocID="{D4AA3842-8346-42DE-97E6-A556F464CA72}" presName="Accent1Text" presStyleLbl="node1" presStyleIdx="1" presStyleCnt="6"/>
      <dgm:spPr/>
    </dgm:pt>
    <dgm:pt modelId="{E44EA4F1-E043-40CF-A466-9F588A008DE0}" type="pres">
      <dgm:prSet presAssocID="{D4AA3842-8346-42DE-97E6-A556F464CA72}" presName="spaceBetweenRectangles" presStyleCnt="0"/>
      <dgm:spPr/>
    </dgm:pt>
    <dgm:pt modelId="{13AF07DC-1167-4B31-A6E8-533381926861}" type="pres">
      <dgm:prSet presAssocID="{E0A7E767-069D-452B-8C1D-05573A90E911}" presName="composite" presStyleCnt="0"/>
      <dgm:spPr/>
    </dgm:pt>
    <dgm:pt modelId="{5F1717A7-C490-4015-A64F-35D8342C811F}" type="pres">
      <dgm:prSet presAssocID="{E0A7E767-069D-452B-8C1D-05573A90E911}" presName="Parent1" presStyleLbl="node1" presStyleIdx="2" presStyleCnt="6" custLinFactNeighborX="2191" custLinFactNeighborY="-541">
        <dgm:presLayoutVars>
          <dgm:chMax val="1"/>
          <dgm:chPref val="1"/>
          <dgm:bulletEnabled val="1"/>
        </dgm:presLayoutVars>
      </dgm:prSet>
      <dgm:spPr/>
    </dgm:pt>
    <dgm:pt modelId="{8010EEE1-69C8-4CBB-9A85-C70A9E0861F3}" type="pres">
      <dgm:prSet presAssocID="{E0A7E767-069D-452B-8C1D-05573A90E911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87449B5-9093-428E-A1F8-1C778BE92FFD}" type="pres">
      <dgm:prSet presAssocID="{E0A7E767-069D-452B-8C1D-05573A90E911}" presName="BalanceSpacing" presStyleCnt="0"/>
      <dgm:spPr/>
    </dgm:pt>
    <dgm:pt modelId="{99E4B965-CB73-4B65-BF08-59B539E9CFE3}" type="pres">
      <dgm:prSet presAssocID="{E0A7E767-069D-452B-8C1D-05573A90E911}" presName="BalanceSpacing1" presStyleCnt="0"/>
      <dgm:spPr/>
    </dgm:pt>
    <dgm:pt modelId="{D05238B1-C846-4371-9671-2CA131075597}" type="pres">
      <dgm:prSet presAssocID="{F5EAA310-F974-456A-88A5-0E15A2CF7F07}" presName="Accent1Text" presStyleLbl="node1" presStyleIdx="3" presStyleCnt="6"/>
      <dgm:spPr/>
    </dgm:pt>
    <dgm:pt modelId="{1C5F3793-EB1B-48AD-99C9-3FC4B6758B8B}" type="pres">
      <dgm:prSet presAssocID="{F5EAA310-F974-456A-88A5-0E15A2CF7F07}" presName="spaceBetweenRectangles" presStyleCnt="0"/>
      <dgm:spPr/>
    </dgm:pt>
    <dgm:pt modelId="{3F8EA45A-FD17-4682-B3F3-9E66E33577BA}" type="pres">
      <dgm:prSet presAssocID="{2D9F9D9C-8513-4409-A21F-081E72098D7F}" presName="composite" presStyleCnt="0"/>
      <dgm:spPr/>
    </dgm:pt>
    <dgm:pt modelId="{5FAF5982-E3D1-42DD-BC67-B331CBC7CC85}" type="pres">
      <dgm:prSet presAssocID="{2D9F9D9C-8513-4409-A21F-081E72098D7F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546E6A31-1AEC-4832-A173-4C40A7102736}" type="pres">
      <dgm:prSet presAssocID="{2D9F9D9C-8513-4409-A21F-081E72098D7F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E65D5412-D06A-4FA4-9017-171FA8089085}" type="pres">
      <dgm:prSet presAssocID="{2D9F9D9C-8513-4409-A21F-081E72098D7F}" presName="BalanceSpacing" presStyleCnt="0"/>
      <dgm:spPr/>
    </dgm:pt>
    <dgm:pt modelId="{A8AD61EB-B8DA-4FDE-BC97-8DB35E6AD8AD}" type="pres">
      <dgm:prSet presAssocID="{2D9F9D9C-8513-4409-A21F-081E72098D7F}" presName="BalanceSpacing1" presStyleCnt="0"/>
      <dgm:spPr/>
    </dgm:pt>
    <dgm:pt modelId="{CA391B60-6CA5-4404-88B3-687CF3834BA3}" type="pres">
      <dgm:prSet presAssocID="{9F05F72E-61EC-486F-BBCA-FE4E2920A6BE}" presName="Accent1Text" presStyleLbl="node1" presStyleIdx="5" presStyleCnt="6"/>
      <dgm:spPr/>
    </dgm:pt>
  </dgm:ptLst>
  <dgm:cxnLst>
    <dgm:cxn modelId="{CC1F8CBD-55E0-403E-B806-ABF104FB1A60}" type="presOf" srcId="{CD3E67B2-D3A8-4A91-A7AC-E504E7D12C1D}" destId="{546E6A31-1AEC-4832-A173-4C40A7102736}" srcOrd="0" destOrd="0" presId="urn:microsoft.com/office/officeart/2008/layout/AlternatingHexagons"/>
    <dgm:cxn modelId="{509169CB-8956-4B5D-949D-42326CC3E048}" type="presOf" srcId="{E0A7E767-069D-452B-8C1D-05573A90E911}" destId="{5F1717A7-C490-4015-A64F-35D8342C811F}" srcOrd="0" destOrd="0" presId="urn:microsoft.com/office/officeart/2008/layout/AlternatingHexagons"/>
    <dgm:cxn modelId="{7D43403A-45E3-4C14-BDFE-8E42DD1EC220}" srcId="{5AEC01B5-94E0-4C61-B5C2-EBD56A9E0BD1}" destId="{E0A7E767-069D-452B-8C1D-05573A90E911}" srcOrd="1" destOrd="0" parTransId="{9C607226-0694-4249-AFA5-80F85051C80A}" sibTransId="{F5EAA310-F974-456A-88A5-0E15A2CF7F07}"/>
    <dgm:cxn modelId="{FB7F4E30-08F0-4E33-AF0B-4D20C44994AC}" srcId="{E0A7E767-069D-452B-8C1D-05573A90E911}" destId="{A580FD73-5A4B-41FE-BF6A-E95E544D6D08}" srcOrd="0" destOrd="0" parTransId="{2C7A58E1-FF03-43A9-94B0-7E113F55F096}" sibTransId="{CAF151EB-C12E-4286-9776-6F60F29833D9}"/>
    <dgm:cxn modelId="{0F5560DD-0981-4341-8383-696704B7C522}" type="presOf" srcId="{867D761F-6558-4000-A51E-D2D6476C3760}" destId="{3A6FEF3A-A182-45B4-88FD-7D2684AB878A}" srcOrd="0" destOrd="0" presId="urn:microsoft.com/office/officeart/2008/layout/AlternatingHexagons"/>
    <dgm:cxn modelId="{634C33C8-A936-4215-9908-15A04FFE379A}" type="presOf" srcId="{2D9F9D9C-8513-4409-A21F-081E72098D7F}" destId="{5FAF5982-E3D1-42DD-BC67-B331CBC7CC85}" srcOrd="0" destOrd="0" presId="urn:microsoft.com/office/officeart/2008/layout/AlternatingHexagons"/>
    <dgm:cxn modelId="{B5EF4703-1151-4AC2-89DE-7550760FC7E6}" type="presOf" srcId="{5AEC01B5-94E0-4C61-B5C2-EBD56A9E0BD1}" destId="{7E659D8E-FA93-44CE-B6A5-936B05956062}" srcOrd="0" destOrd="0" presId="urn:microsoft.com/office/officeart/2008/layout/AlternatingHexagons"/>
    <dgm:cxn modelId="{BFB5A7BD-50A7-4670-9109-42662926B852}" srcId="{5AEC01B5-94E0-4C61-B5C2-EBD56A9E0BD1}" destId="{DA184D6E-6B59-4604-AB69-AF14B1E003C7}" srcOrd="0" destOrd="0" parTransId="{2D9370A3-F237-4FB6-929F-A69F74AAF8C6}" sibTransId="{D4AA3842-8346-42DE-97E6-A556F464CA72}"/>
    <dgm:cxn modelId="{212AFD14-2A97-45F7-88D9-B2C13BAF62E9}" srcId="{5AEC01B5-94E0-4C61-B5C2-EBD56A9E0BD1}" destId="{2D9F9D9C-8513-4409-A21F-081E72098D7F}" srcOrd="2" destOrd="0" parTransId="{13A6DF14-EF1A-4423-A96E-E03776D12547}" sibTransId="{9F05F72E-61EC-486F-BBCA-FE4E2920A6BE}"/>
    <dgm:cxn modelId="{EFCD7AEF-63BB-4A58-8A86-FEB6262A10D7}" type="presOf" srcId="{A580FD73-5A4B-41FE-BF6A-E95E544D6D08}" destId="{8010EEE1-69C8-4CBB-9A85-C70A9E0861F3}" srcOrd="0" destOrd="0" presId="urn:microsoft.com/office/officeart/2008/layout/AlternatingHexagons"/>
    <dgm:cxn modelId="{6A96B4A5-617E-426F-9844-8B06562384DE}" srcId="{2D9F9D9C-8513-4409-A21F-081E72098D7F}" destId="{CD3E67B2-D3A8-4A91-A7AC-E504E7D12C1D}" srcOrd="0" destOrd="0" parTransId="{99AB0D0F-C8E4-4D5A-8928-1F05ED668F9C}" sibTransId="{68B63609-903D-4AAC-AC52-48B4FC3CFD9D}"/>
    <dgm:cxn modelId="{FFF81E49-2BA2-41A9-AFA9-5B0E773FB417}" type="presOf" srcId="{D4AA3842-8346-42DE-97E6-A556F464CA72}" destId="{18B5237F-6D3C-4C06-9C51-3F102CF73FB1}" srcOrd="0" destOrd="0" presId="urn:microsoft.com/office/officeart/2008/layout/AlternatingHexagons"/>
    <dgm:cxn modelId="{A99CB665-5357-4093-B24B-43F65BDFB100}" type="presOf" srcId="{F5EAA310-F974-456A-88A5-0E15A2CF7F07}" destId="{D05238B1-C846-4371-9671-2CA131075597}" srcOrd="0" destOrd="0" presId="urn:microsoft.com/office/officeart/2008/layout/AlternatingHexagons"/>
    <dgm:cxn modelId="{F714FBEA-AA35-4E6C-9DCA-5BBA20B2068B}" type="presOf" srcId="{9F05F72E-61EC-486F-BBCA-FE4E2920A6BE}" destId="{CA391B60-6CA5-4404-88B3-687CF3834BA3}" srcOrd="0" destOrd="0" presId="urn:microsoft.com/office/officeart/2008/layout/AlternatingHexagons"/>
    <dgm:cxn modelId="{3A0436C9-C765-4F59-8D87-0412DADB0185}" type="presOf" srcId="{DA184D6E-6B59-4604-AB69-AF14B1E003C7}" destId="{13521BA6-86B9-418E-A6CD-B97F3FAA913C}" srcOrd="0" destOrd="0" presId="urn:microsoft.com/office/officeart/2008/layout/AlternatingHexagons"/>
    <dgm:cxn modelId="{87A06973-DC36-42CD-8220-CF99D5CE9695}" srcId="{DA184D6E-6B59-4604-AB69-AF14B1E003C7}" destId="{867D761F-6558-4000-A51E-D2D6476C3760}" srcOrd="0" destOrd="0" parTransId="{899F650F-7026-4F3B-B757-616B1160D374}" sibTransId="{7C66DFD5-0A5C-4379-BAB9-083F7D4CC11A}"/>
    <dgm:cxn modelId="{869145F1-CAAA-4FD1-AAD1-AFF5A5D501C9}" type="presParOf" srcId="{7E659D8E-FA93-44CE-B6A5-936B05956062}" destId="{7851B1B2-41C3-4BA0-9AFD-08E217D9E52B}" srcOrd="0" destOrd="0" presId="urn:microsoft.com/office/officeart/2008/layout/AlternatingHexagons"/>
    <dgm:cxn modelId="{E74834D7-1C8F-4FFC-BEFD-C870AAA950BA}" type="presParOf" srcId="{7851B1B2-41C3-4BA0-9AFD-08E217D9E52B}" destId="{13521BA6-86B9-418E-A6CD-B97F3FAA913C}" srcOrd="0" destOrd="0" presId="urn:microsoft.com/office/officeart/2008/layout/AlternatingHexagons"/>
    <dgm:cxn modelId="{AEE459E3-83D2-4312-928F-5E844F4004AD}" type="presParOf" srcId="{7851B1B2-41C3-4BA0-9AFD-08E217D9E52B}" destId="{3A6FEF3A-A182-45B4-88FD-7D2684AB878A}" srcOrd="1" destOrd="0" presId="urn:microsoft.com/office/officeart/2008/layout/AlternatingHexagons"/>
    <dgm:cxn modelId="{86B2B6F7-BFA9-4776-A8A5-B7508CDBF710}" type="presParOf" srcId="{7851B1B2-41C3-4BA0-9AFD-08E217D9E52B}" destId="{B54BCECB-7FC7-4952-B05E-C658577035E8}" srcOrd="2" destOrd="0" presId="urn:microsoft.com/office/officeart/2008/layout/AlternatingHexagons"/>
    <dgm:cxn modelId="{B5BCF2B6-D695-4467-840D-3762C6788F17}" type="presParOf" srcId="{7851B1B2-41C3-4BA0-9AFD-08E217D9E52B}" destId="{B6A4929B-BE3B-4217-90E9-FB1BAA030900}" srcOrd="3" destOrd="0" presId="urn:microsoft.com/office/officeart/2008/layout/AlternatingHexagons"/>
    <dgm:cxn modelId="{30BF38AA-6845-4A84-98CB-D9FA48F0C033}" type="presParOf" srcId="{7851B1B2-41C3-4BA0-9AFD-08E217D9E52B}" destId="{18B5237F-6D3C-4C06-9C51-3F102CF73FB1}" srcOrd="4" destOrd="0" presId="urn:microsoft.com/office/officeart/2008/layout/AlternatingHexagons"/>
    <dgm:cxn modelId="{D43E18CA-21EE-431B-B69C-4039DD22E111}" type="presParOf" srcId="{7E659D8E-FA93-44CE-B6A5-936B05956062}" destId="{E44EA4F1-E043-40CF-A466-9F588A008DE0}" srcOrd="1" destOrd="0" presId="urn:microsoft.com/office/officeart/2008/layout/AlternatingHexagons"/>
    <dgm:cxn modelId="{613E3387-1C9C-4FD8-AB04-A37D728509AC}" type="presParOf" srcId="{7E659D8E-FA93-44CE-B6A5-936B05956062}" destId="{13AF07DC-1167-4B31-A6E8-533381926861}" srcOrd="2" destOrd="0" presId="urn:microsoft.com/office/officeart/2008/layout/AlternatingHexagons"/>
    <dgm:cxn modelId="{35702776-4B17-470E-90C3-033005538889}" type="presParOf" srcId="{13AF07DC-1167-4B31-A6E8-533381926861}" destId="{5F1717A7-C490-4015-A64F-35D8342C811F}" srcOrd="0" destOrd="0" presId="urn:microsoft.com/office/officeart/2008/layout/AlternatingHexagons"/>
    <dgm:cxn modelId="{E113D3EA-1C97-4001-9D5C-BC7CB8CD07CD}" type="presParOf" srcId="{13AF07DC-1167-4B31-A6E8-533381926861}" destId="{8010EEE1-69C8-4CBB-9A85-C70A9E0861F3}" srcOrd="1" destOrd="0" presId="urn:microsoft.com/office/officeart/2008/layout/AlternatingHexagons"/>
    <dgm:cxn modelId="{61906FC6-D1B6-4E40-A3A5-64683D6EB05F}" type="presParOf" srcId="{13AF07DC-1167-4B31-A6E8-533381926861}" destId="{187449B5-9093-428E-A1F8-1C778BE92FFD}" srcOrd="2" destOrd="0" presId="urn:microsoft.com/office/officeart/2008/layout/AlternatingHexagons"/>
    <dgm:cxn modelId="{A96F2C5C-572E-4B0A-AC21-DA68FC253DBC}" type="presParOf" srcId="{13AF07DC-1167-4B31-A6E8-533381926861}" destId="{99E4B965-CB73-4B65-BF08-59B539E9CFE3}" srcOrd="3" destOrd="0" presId="urn:microsoft.com/office/officeart/2008/layout/AlternatingHexagons"/>
    <dgm:cxn modelId="{71075899-4693-46EE-BDFF-F25B1CBD8C1E}" type="presParOf" srcId="{13AF07DC-1167-4B31-A6E8-533381926861}" destId="{D05238B1-C846-4371-9671-2CA131075597}" srcOrd="4" destOrd="0" presId="urn:microsoft.com/office/officeart/2008/layout/AlternatingHexagons"/>
    <dgm:cxn modelId="{BC74FE2C-2C4D-4F60-9D6D-18BC2D58B51A}" type="presParOf" srcId="{7E659D8E-FA93-44CE-B6A5-936B05956062}" destId="{1C5F3793-EB1B-48AD-99C9-3FC4B6758B8B}" srcOrd="3" destOrd="0" presId="urn:microsoft.com/office/officeart/2008/layout/AlternatingHexagons"/>
    <dgm:cxn modelId="{66A425BD-B38C-4F8B-B8CF-D8A855FC2034}" type="presParOf" srcId="{7E659D8E-FA93-44CE-B6A5-936B05956062}" destId="{3F8EA45A-FD17-4682-B3F3-9E66E33577BA}" srcOrd="4" destOrd="0" presId="urn:microsoft.com/office/officeart/2008/layout/AlternatingHexagons"/>
    <dgm:cxn modelId="{E4368B52-311D-417E-A9A9-787055C8148A}" type="presParOf" srcId="{3F8EA45A-FD17-4682-B3F3-9E66E33577BA}" destId="{5FAF5982-E3D1-42DD-BC67-B331CBC7CC85}" srcOrd="0" destOrd="0" presId="urn:microsoft.com/office/officeart/2008/layout/AlternatingHexagons"/>
    <dgm:cxn modelId="{3A3911CF-91A0-4C29-B910-C38972B9ED93}" type="presParOf" srcId="{3F8EA45A-FD17-4682-B3F3-9E66E33577BA}" destId="{546E6A31-1AEC-4832-A173-4C40A7102736}" srcOrd="1" destOrd="0" presId="urn:microsoft.com/office/officeart/2008/layout/AlternatingHexagons"/>
    <dgm:cxn modelId="{5C173576-FC08-4B3C-8FD3-706FFC379BF1}" type="presParOf" srcId="{3F8EA45A-FD17-4682-B3F3-9E66E33577BA}" destId="{E65D5412-D06A-4FA4-9017-171FA8089085}" srcOrd="2" destOrd="0" presId="urn:microsoft.com/office/officeart/2008/layout/AlternatingHexagons"/>
    <dgm:cxn modelId="{B30AE440-6085-4715-9A53-79175E16EC37}" type="presParOf" srcId="{3F8EA45A-FD17-4682-B3F3-9E66E33577BA}" destId="{A8AD61EB-B8DA-4FDE-BC97-8DB35E6AD8AD}" srcOrd="3" destOrd="0" presId="urn:microsoft.com/office/officeart/2008/layout/AlternatingHexagons"/>
    <dgm:cxn modelId="{04D44063-0D18-4885-9839-A717071E4ED6}" type="presParOf" srcId="{3F8EA45A-FD17-4682-B3F3-9E66E33577BA}" destId="{CA391B60-6CA5-4404-88B3-687CF3834BA3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740FCA-7C7A-41AF-B43E-93BA92D5F2E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99D57C-8D2F-45FA-85D6-15D149E82897}">
      <dgm:prSet phldrT="[Text]"/>
      <dgm:spPr/>
      <dgm:t>
        <a:bodyPr/>
        <a:lstStyle/>
        <a:p>
          <a:r>
            <a:rPr lang="en-US" dirty="0" smtClean="0"/>
            <a:t>Data Collection</a:t>
          </a:r>
          <a:endParaRPr lang="en-IN" dirty="0"/>
        </a:p>
      </dgm:t>
    </dgm:pt>
    <dgm:pt modelId="{E8267594-7CF6-4680-AAE1-7E68D369E8AE}" type="parTrans" cxnId="{A0C845F7-A31C-4EA9-8D98-F60E52D3802E}">
      <dgm:prSet/>
      <dgm:spPr/>
      <dgm:t>
        <a:bodyPr/>
        <a:lstStyle/>
        <a:p>
          <a:endParaRPr lang="en-IN"/>
        </a:p>
      </dgm:t>
    </dgm:pt>
    <dgm:pt modelId="{02EDD5A9-F79D-4361-8B36-B59037A1444C}" type="sibTrans" cxnId="{A0C845F7-A31C-4EA9-8D98-F60E52D3802E}">
      <dgm:prSet/>
      <dgm:spPr/>
      <dgm:t>
        <a:bodyPr/>
        <a:lstStyle/>
        <a:p>
          <a:endParaRPr lang="en-IN"/>
        </a:p>
      </dgm:t>
    </dgm:pt>
    <dgm:pt modelId="{1BED45E0-6C93-4E24-A638-2F964F6418C1}">
      <dgm:prSet phldrT="[Text]"/>
      <dgm:spPr/>
      <dgm:t>
        <a:bodyPr/>
        <a:lstStyle/>
        <a:p>
          <a:r>
            <a:rPr lang="en-US" dirty="0" err="1" smtClean="0"/>
            <a:t>Kaggle,Codalab</a:t>
          </a:r>
          <a:r>
            <a:rPr lang="en-US" dirty="0" smtClean="0"/>
            <a:t> and some are synthetic data</a:t>
          </a:r>
          <a:endParaRPr lang="en-IN" dirty="0"/>
        </a:p>
      </dgm:t>
    </dgm:pt>
    <dgm:pt modelId="{2DBDCAEF-55C8-46D6-A0B7-EF33F8066DCD}" type="parTrans" cxnId="{EB3BEADC-C83E-4CA3-90A9-31E2AB7D2A5B}">
      <dgm:prSet/>
      <dgm:spPr/>
      <dgm:t>
        <a:bodyPr/>
        <a:lstStyle/>
        <a:p>
          <a:endParaRPr lang="en-IN"/>
        </a:p>
      </dgm:t>
    </dgm:pt>
    <dgm:pt modelId="{04A8A94F-CCCE-4396-AA6D-4B265F92E630}" type="sibTrans" cxnId="{EB3BEADC-C83E-4CA3-90A9-31E2AB7D2A5B}">
      <dgm:prSet/>
      <dgm:spPr/>
      <dgm:t>
        <a:bodyPr/>
        <a:lstStyle/>
        <a:p>
          <a:endParaRPr lang="en-IN"/>
        </a:p>
      </dgm:t>
    </dgm:pt>
    <dgm:pt modelId="{7768149B-4A33-428C-93B6-F83F2E7A00BE}">
      <dgm:prSet phldrT="[Text]" phldr="1"/>
      <dgm:spPr/>
      <dgm:t>
        <a:bodyPr/>
        <a:lstStyle/>
        <a:p>
          <a:endParaRPr lang="en-IN"/>
        </a:p>
      </dgm:t>
    </dgm:pt>
    <dgm:pt modelId="{31E005B1-C763-43CF-A094-0F48485BBD71}" type="parTrans" cxnId="{0A73C10C-96AE-4E9D-9FB1-470818EAE0F0}">
      <dgm:prSet/>
      <dgm:spPr/>
      <dgm:t>
        <a:bodyPr/>
        <a:lstStyle/>
        <a:p>
          <a:endParaRPr lang="en-IN"/>
        </a:p>
      </dgm:t>
    </dgm:pt>
    <dgm:pt modelId="{01074431-9C64-469F-B7B8-4F55E9FD82D9}" type="sibTrans" cxnId="{0A73C10C-96AE-4E9D-9FB1-470818EAE0F0}">
      <dgm:prSet/>
      <dgm:spPr/>
      <dgm:t>
        <a:bodyPr/>
        <a:lstStyle/>
        <a:p>
          <a:endParaRPr lang="en-IN"/>
        </a:p>
      </dgm:t>
    </dgm:pt>
    <dgm:pt modelId="{10A87921-2AE6-4BBC-917B-548F2E86686C}">
      <dgm:prSet phldrT="[Text]" phldr="1"/>
      <dgm:spPr/>
      <dgm:t>
        <a:bodyPr/>
        <a:lstStyle/>
        <a:p>
          <a:endParaRPr lang="en-IN"/>
        </a:p>
      </dgm:t>
    </dgm:pt>
    <dgm:pt modelId="{A88A6CAA-958B-4346-8773-549855171332}" type="parTrans" cxnId="{E429B551-57E4-425A-85A2-C11AA8C95F3C}">
      <dgm:prSet/>
      <dgm:spPr/>
      <dgm:t>
        <a:bodyPr/>
        <a:lstStyle/>
        <a:p>
          <a:endParaRPr lang="en-IN"/>
        </a:p>
      </dgm:t>
    </dgm:pt>
    <dgm:pt modelId="{B0AFE102-9FF1-43B3-8E13-B827B624EC7C}" type="sibTrans" cxnId="{E429B551-57E4-425A-85A2-C11AA8C95F3C}">
      <dgm:prSet/>
      <dgm:spPr/>
      <dgm:t>
        <a:bodyPr/>
        <a:lstStyle/>
        <a:p>
          <a:endParaRPr lang="en-IN"/>
        </a:p>
      </dgm:t>
    </dgm:pt>
    <dgm:pt modelId="{AB063769-ACE9-4D0C-A7A0-6767E021864F}">
      <dgm:prSet phldrT="[Text]" phldr="1"/>
      <dgm:spPr/>
      <dgm:t>
        <a:bodyPr/>
        <a:lstStyle/>
        <a:p>
          <a:endParaRPr lang="en-IN"/>
        </a:p>
      </dgm:t>
    </dgm:pt>
    <dgm:pt modelId="{16D9D3F2-39E7-444B-8E0A-47B26F9EF9F8}" type="parTrans" cxnId="{F5A68220-E728-463D-9500-DEBAF5686C2A}">
      <dgm:prSet/>
      <dgm:spPr/>
      <dgm:t>
        <a:bodyPr/>
        <a:lstStyle/>
        <a:p>
          <a:endParaRPr lang="en-IN"/>
        </a:p>
      </dgm:t>
    </dgm:pt>
    <dgm:pt modelId="{7861808E-D527-4C5C-B203-E35A39EE4EFA}" type="sibTrans" cxnId="{F5A68220-E728-463D-9500-DEBAF5686C2A}">
      <dgm:prSet/>
      <dgm:spPr/>
      <dgm:t>
        <a:bodyPr/>
        <a:lstStyle/>
        <a:p>
          <a:endParaRPr lang="en-IN"/>
        </a:p>
      </dgm:t>
    </dgm:pt>
    <dgm:pt modelId="{BFD0CBD6-7047-4D3C-861B-BF7970C31208}">
      <dgm:prSet phldrT="[Text]" phldr="1"/>
      <dgm:spPr/>
      <dgm:t>
        <a:bodyPr/>
        <a:lstStyle/>
        <a:p>
          <a:endParaRPr lang="en-IN"/>
        </a:p>
      </dgm:t>
    </dgm:pt>
    <dgm:pt modelId="{E7FFD4AE-1867-4E20-ABB1-9BB67F702194}" type="parTrans" cxnId="{5295E760-FECC-435B-B481-DBC6A43B7BFE}">
      <dgm:prSet/>
      <dgm:spPr/>
      <dgm:t>
        <a:bodyPr/>
        <a:lstStyle/>
        <a:p>
          <a:endParaRPr lang="en-IN"/>
        </a:p>
      </dgm:t>
    </dgm:pt>
    <dgm:pt modelId="{ACF09F1F-999D-407D-9E35-10442F441548}" type="sibTrans" cxnId="{5295E760-FECC-435B-B481-DBC6A43B7BFE}">
      <dgm:prSet/>
      <dgm:spPr/>
      <dgm:t>
        <a:bodyPr/>
        <a:lstStyle/>
        <a:p>
          <a:endParaRPr lang="en-IN"/>
        </a:p>
      </dgm:t>
    </dgm:pt>
    <dgm:pt modelId="{2E95FA6C-351F-4EC9-821A-A558666354B8}" type="pres">
      <dgm:prSet presAssocID="{D3740FCA-7C7A-41AF-B43E-93BA92D5F2E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C691A037-FE22-40DD-86DF-3BEB6AB6BE59}" type="pres">
      <dgm:prSet presAssocID="{C699D57C-8D2F-45FA-85D6-15D149E82897}" presName="composite" presStyleCnt="0"/>
      <dgm:spPr/>
    </dgm:pt>
    <dgm:pt modelId="{89738B0D-BD01-4C6E-B91F-265E0D15A880}" type="pres">
      <dgm:prSet presAssocID="{C699D57C-8D2F-45FA-85D6-15D149E82897}" presName="bentUpArrow1" presStyleLbl="alignImgPlace1" presStyleIdx="0" presStyleCnt="2"/>
      <dgm:spPr/>
    </dgm:pt>
    <dgm:pt modelId="{63D9ADDF-C711-4197-8230-5AF692E02968}" type="pres">
      <dgm:prSet presAssocID="{C699D57C-8D2F-45FA-85D6-15D149E82897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950E4B-800F-4071-903E-30E6552CEE6D}" type="pres">
      <dgm:prSet presAssocID="{C699D57C-8D2F-45FA-85D6-15D149E82897}" presName="ChildText" presStyleLbl="revTx" presStyleIdx="0" presStyleCnt="3" custScaleX="236616" custLinFactNeighborX="75553" custLinFactNeighborY="-83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37B838-BF76-45EA-9A81-307F5F64B556}" type="pres">
      <dgm:prSet presAssocID="{02EDD5A9-F79D-4361-8B36-B59037A1444C}" presName="sibTrans" presStyleCnt="0"/>
      <dgm:spPr/>
    </dgm:pt>
    <dgm:pt modelId="{A3AC457E-E99F-4657-B6B2-7C79CB5E4069}" type="pres">
      <dgm:prSet presAssocID="{7768149B-4A33-428C-93B6-F83F2E7A00BE}" presName="composite" presStyleCnt="0"/>
      <dgm:spPr/>
    </dgm:pt>
    <dgm:pt modelId="{6606E482-3ADF-42D5-969E-157642420A8D}" type="pres">
      <dgm:prSet presAssocID="{7768149B-4A33-428C-93B6-F83F2E7A00BE}" presName="bentUpArrow1" presStyleLbl="alignImgPlace1" presStyleIdx="1" presStyleCnt="2"/>
      <dgm:spPr/>
    </dgm:pt>
    <dgm:pt modelId="{4B757F8A-236F-4BE7-8F67-3CEAFEB7BFF0}" type="pres">
      <dgm:prSet presAssocID="{7768149B-4A33-428C-93B6-F83F2E7A00B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00D8D1-667D-422F-A6D0-0B141BAA90F3}" type="pres">
      <dgm:prSet presAssocID="{7768149B-4A33-428C-93B6-F83F2E7A00BE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175EA00-A02A-47CF-97B5-40D0A6BBC4AB}" type="pres">
      <dgm:prSet presAssocID="{01074431-9C64-469F-B7B8-4F55E9FD82D9}" presName="sibTrans" presStyleCnt="0"/>
      <dgm:spPr/>
    </dgm:pt>
    <dgm:pt modelId="{41FA3984-3108-45A8-8E44-42494FD00796}" type="pres">
      <dgm:prSet presAssocID="{AB063769-ACE9-4D0C-A7A0-6767E021864F}" presName="composite" presStyleCnt="0"/>
      <dgm:spPr/>
    </dgm:pt>
    <dgm:pt modelId="{FBB1AE8E-12E0-4E8B-B10C-838BE86E760A}" type="pres">
      <dgm:prSet presAssocID="{AB063769-ACE9-4D0C-A7A0-6767E021864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3457E8-F5E2-4D58-B408-7273C52F4C94}" type="pres">
      <dgm:prSet presAssocID="{AB063769-ACE9-4D0C-A7A0-6767E021864F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B3BEADC-C83E-4CA3-90A9-31E2AB7D2A5B}" srcId="{C699D57C-8D2F-45FA-85D6-15D149E82897}" destId="{1BED45E0-6C93-4E24-A638-2F964F6418C1}" srcOrd="0" destOrd="0" parTransId="{2DBDCAEF-55C8-46D6-A0B7-EF33F8066DCD}" sibTransId="{04A8A94F-CCCE-4396-AA6D-4B265F92E630}"/>
    <dgm:cxn modelId="{5295E760-FECC-435B-B481-DBC6A43B7BFE}" srcId="{AB063769-ACE9-4D0C-A7A0-6767E021864F}" destId="{BFD0CBD6-7047-4D3C-861B-BF7970C31208}" srcOrd="0" destOrd="0" parTransId="{E7FFD4AE-1867-4E20-ABB1-9BB67F702194}" sibTransId="{ACF09F1F-999D-407D-9E35-10442F441548}"/>
    <dgm:cxn modelId="{0A73C10C-96AE-4E9D-9FB1-470818EAE0F0}" srcId="{D3740FCA-7C7A-41AF-B43E-93BA92D5F2E8}" destId="{7768149B-4A33-428C-93B6-F83F2E7A00BE}" srcOrd="1" destOrd="0" parTransId="{31E005B1-C763-43CF-A094-0F48485BBD71}" sibTransId="{01074431-9C64-469F-B7B8-4F55E9FD82D9}"/>
    <dgm:cxn modelId="{A0C845F7-A31C-4EA9-8D98-F60E52D3802E}" srcId="{D3740FCA-7C7A-41AF-B43E-93BA92D5F2E8}" destId="{C699D57C-8D2F-45FA-85D6-15D149E82897}" srcOrd="0" destOrd="0" parTransId="{E8267594-7CF6-4680-AAE1-7E68D369E8AE}" sibTransId="{02EDD5A9-F79D-4361-8B36-B59037A1444C}"/>
    <dgm:cxn modelId="{56B3AFA7-938E-45C0-A494-92FB6CCDC7E6}" type="presOf" srcId="{7768149B-4A33-428C-93B6-F83F2E7A00BE}" destId="{4B757F8A-236F-4BE7-8F67-3CEAFEB7BFF0}" srcOrd="0" destOrd="0" presId="urn:microsoft.com/office/officeart/2005/8/layout/StepDownProcess"/>
    <dgm:cxn modelId="{7458D31E-D9F3-4D6C-AF1A-ED236BBDF68C}" type="presOf" srcId="{D3740FCA-7C7A-41AF-B43E-93BA92D5F2E8}" destId="{2E95FA6C-351F-4EC9-821A-A558666354B8}" srcOrd="0" destOrd="0" presId="urn:microsoft.com/office/officeart/2005/8/layout/StepDownProcess"/>
    <dgm:cxn modelId="{EF87747B-9E55-4BF4-B626-2A208B9C505C}" type="presOf" srcId="{1BED45E0-6C93-4E24-A638-2F964F6418C1}" destId="{FF950E4B-800F-4071-903E-30E6552CEE6D}" srcOrd="0" destOrd="0" presId="urn:microsoft.com/office/officeart/2005/8/layout/StepDownProcess"/>
    <dgm:cxn modelId="{F5A68220-E728-463D-9500-DEBAF5686C2A}" srcId="{D3740FCA-7C7A-41AF-B43E-93BA92D5F2E8}" destId="{AB063769-ACE9-4D0C-A7A0-6767E021864F}" srcOrd="2" destOrd="0" parTransId="{16D9D3F2-39E7-444B-8E0A-47B26F9EF9F8}" sibTransId="{7861808E-D527-4C5C-B203-E35A39EE4EFA}"/>
    <dgm:cxn modelId="{0374E4A9-0860-447D-9C63-895933516927}" type="presOf" srcId="{AB063769-ACE9-4D0C-A7A0-6767E021864F}" destId="{FBB1AE8E-12E0-4E8B-B10C-838BE86E760A}" srcOrd="0" destOrd="0" presId="urn:microsoft.com/office/officeart/2005/8/layout/StepDownProcess"/>
    <dgm:cxn modelId="{32A40DEA-5337-4567-AC15-E1953EA7BFDD}" type="presOf" srcId="{C699D57C-8D2F-45FA-85D6-15D149E82897}" destId="{63D9ADDF-C711-4197-8230-5AF692E02968}" srcOrd="0" destOrd="0" presId="urn:microsoft.com/office/officeart/2005/8/layout/StepDownProcess"/>
    <dgm:cxn modelId="{B4DDBCC1-B1EE-432B-A77C-62F95400761B}" type="presOf" srcId="{BFD0CBD6-7047-4D3C-861B-BF7970C31208}" destId="{4F3457E8-F5E2-4D58-B408-7273C52F4C94}" srcOrd="0" destOrd="0" presId="urn:microsoft.com/office/officeart/2005/8/layout/StepDownProcess"/>
    <dgm:cxn modelId="{E429B551-57E4-425A-85A2-C11AA8C95F3C}" srcId="{7768149B-4A33-428C-93B6-F83F2E7A00BE}" destId="{10A87921-2AE6-4BBC-917B-548F2E86686C}" srcOrd="0" destOrd="0" parTransId="{A88A6CAA-958B-4346-8773-549855171332}" sibTransId="{B0AFE102-9FF1-43B3-8E13-B827B624EC7C}"/>
    <dgm:cxn modelId="{A5BB96E1-A06C-4515-A4B1-71D7C0D65D86}" type="presOf" srcId="{10A87921-2AE6-4BBC-917B-548F2E86686C}" destId="{F600D8D1-667D-422F-A6D0-0B141BAA90F3}" srcOrd="0" destOrd="0" presId="urn:microsoft.com/office/officeart/2005/8/layout/StepDownProcess"/>
    <dgm:cxn modelId="{60893DBF-9739-4404-8CD5-AAFA1122460C}" type="presParOf" srcId="{2E95FA6C-351F-4EC9-821A-A558666354B8}" destId="{C691A037-FE22-40DD-86DF-3BEB6AB6BE59}" srcOrd="0" destOrd="0" presId="urn:microsoft.com/office/officeart/2005/8/layout/StepDownProcess"/>
    <dgm:cxn modelId="{7CF17BD4-5786-4470-8DFF-91754E158BBE}" type="presParOf" srcId="{C691A037-FE22-40DD-86DF-3BEB6AB6BE59}" destId="{89738B0D-BD01-4C6E-B91F-265E0D15A880}" srcOrd="0" destOrd="0" presId="urn:microsoft.com/office/officeart/2005/8/layout/StepDownProcess"/>
    <dgm:cxn modelId="{C9FC3C67-EC82-447B-88CA-97AE05CAEF2F}" type="presParOf" srcId="{C691A037-FE22-40DD-86DF-3BEB6AB6BE59}" destId="{63D9ADDF-C711-4197-8230-5AF692E02968}" srcOrd="1" destOrd="0" presId="urn:microsoft.com/office/officeart/2005/8/layout/StepDownProcess"/>
    <dgm:cxn modelId="{2C8CD5F4-09BE-4B1E-92F3-C05C3D736CDB}" type="presParOf" srcId="{C691A037-FE22-40DD-86DF-3BEB6AB6BE59}" destId="{FF950E4B-800F-4071-903E-30E6552CEE6D}" srcOrd="2" destOrd="0" presId="urn:microsoft.com/office/officeart/2005/8/layout/StepDownProcess"/>
    <dgm:cxn modelId="{A7A83646-CA43-442D-B122-FD32C9BE4337}" type="presParOf" srcId="{2E95FA6C-351F-4EC9-821A-A558666354B8}" destId="{BF37B838-BF76-45EA-9A81-307F5F64B556}" srcOrd="1" destOrd="0" presId="urn:microsoft.com/office/officeart/2005/8/layout/StepDownProcess"/>
    <dgm:cxn modelId="{C2C02CDF-A9B7-4CDA-A587-5577E4154049}" type="presParOf" srcId="{2E95FA6C-351F-4EC9-821A-A558666354B8}" destId="{A3AC457E-E99F-4657-B6B2-7C79CB5E4069}" srcOrd="2" destOrd="0" presId="urn:microsoft.com/office/officeart/2005/8/layout/StepDownProcess"/>
    <dgm:cxn modelId="{64ECEAEB-8BFA-435C-A4DB-8C88660C3A82}" type="presParOf" srcId="{A3AC457E-E99F-4657-B6B2-7C79CB5E4069}" destId="{6606E482-3ADF-42D5-969E-157642420A8D}" srcOrd="0" destOrd="0" presId="urn:microsoft.com/office/officeart/2005/8/layout/StepDownProcess"/>
    <dgm:cxn modelId="{28FA0EFB-89D2-40E1-B743-0BB8EFC9E42E}" type="presParOf" srcId="{A3AC457E-E99F-4657-B6B2-7C79CB5E4069}" destId="{4B757F8A-236F-4BE7-8F67-3CEAFEB7BFF0}" srcOrd="1" destOrd="0" presId="urn:microsoft.com/office/officeart/2005/8/layout/StepDownProcess"/>
    <dgm:cxn modelId="{1C37DA93-F24C-4AF7-80E0-0DF02F2B637C}" type="presParOf" srcId="{A3AC457E-E99F-4657-B6B2-7C79CB5E4069}" destId="{F600D8D1-667D-422F-A6D0-0B141BAA90F3}" srcOrd="2" destOrd="0" presId="urn:microsoft.com/office/officeart/2005/8/layout/StepDownProcess"/>
    <dgm:cxn modelId="{8B8BB7D9-D3CC-4C42-B8F5-4AC47714822C}" type="presParOf" srcId="{2E95FA6C-351F-4EC9-821A-A558666354B8}" destId="{0175EA00-A02A-47CF-97B5-40D0A6BBC4AB}" srcOrd="3" destOrd="0" presId="urn:microsoft.com/office/officeart/2005/8/layout/StepDownProcess"/>
    <dgm:cxn modelId="{57B65A89-18D0-4997-B363-1E68C1B32F5A}" type="presParOf" srcId="{2E95FA6C-351F-4EC9-821A-A558666354B8}" destId="{41FA3984-3108-45A8-8E44-42494FD00796}" srcOrd="4" destOrd="0" presId="urn:microsoft.com/office/officeart/2005/8/layout/StepDownProcess"/>
    <dgm:cxn modelId="{0E7DB8D2-1152-4EC4-A30A-3AA1830311ED}" type="presParOf" srcId="{41FA3984-3108-45A8-8E44-42494FD00796}" destId="{FBB1AE8E-12E0-4E8B-B10C-838BE86E760A}" srcOrd="0" destOrd="0" presId="urn:microsoft.com/office/officeart/2005/8/layout/StepDownProcess"/>
    <dgm:cxn modelId="{0230B149-0B9F-4099-8612-71CD7F2CD701}" type="presParOf" srcId="{41FA3984-3108-45A8-8E44-42494FD00796}" destId="{4F3457E8-F5E2-4D58-B408-7273C52F4C94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740FCA-7C7A-41AF-B43E-93BA92D5F2E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99D57C-8D2F-45FA-85D6-15D149E82897}">
      <dgm:prSet phldrT="[Text]"/>
      <dgm:spPr/>
      <dgm:t>
        <a:bodyPr/>
        <a:lstStyle/>
        <a:p>
          <a:r>
            <a:rPr lang="en-US" dirty="0" smtClean="0"/>
            <a:t>Data Collection</a:t>
          </a:r>
          <a:endParaRPr lang="en-IN" dirty="0"/>
        </a:p>
      </dgm:t>
    </dgm:pt>
    <dgm:pt modelId="{E8267594-7CF6-4680-AAE1-7E68D369E8AE}" type="parTrans" cxnId="{A0C845F7-A31C-4EA9-8D98-F60E52D3802E}">
      <dgm:prSet/>
      <dgm:spPr/>
      <dgm:t>
        <a:bodyPr/>
        <a:lstStyle/>
        <a:p>
          <a:endParaRPr lang="en-IN"/>
        </a:p>
      </dgm:t>
    </dgm:pt>
    <dgm:pt modelId="{02EDD5A9-F79D-4361-8B36-B59037A1444C}" type="sibTrans" cxnId="{A0C845F7-A31C-4EA9-8D98-F60E52D3802E}">
      <dgm:prSet/>
      <dgm:spPr/>
      <dgm:t>
        <a:bodyPr/>
        <a:lstStyle/>
        <a:p>
          <a:endParaRPr lang="en-IN"/>
        </a:p>
      </dgm:t>
    </dgm:pt>
    <dgm:pt modelId="{1BED45E0-6C93-4E24-A638-2F964F6418C1}">
      <dgm:prSet phldrT="[Text]" custT="1"/>
      <dgm:spPr/>
      <dgm:t>
        <a:bodyPr/>
        <a:lstStyle/>
        <a:p>
          <a:r>
            <a:rPr lang="en-US" sz="17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Kaggle</a:t>
          </a:r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 , </a:t>
          </a:r>
          <a:r>
            <a:rPr lang="en-US" sz="17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Codalab</a:t>
          </a:r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 and some data’s are synthetic data’s.</a:t>
          </a:r>
          <a:endParaRPr lang="en-IN" sz="17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2DBDCAEF-55C8-46D6-A0B7-EF33F8066DCD}" type="parTrans" cxnId="{EB3BEADC-C83E-4CA3-90A9-31E2AB7D2A5B}">
      <dgm:prSet/>
      <dgm:spPr/>
      <dgm:t>
        <a:bodyPr/>
        <a:lstStyle/>
        <a:p>
          <a:endParaRPr lang="en-IN"/>
        </a:p>
      </dgm:t>
    </dgm:pt>
    <dgm:pt modelId="{04A8A94F-CCCE-4396-AA6D-4B265F92E630}" type="sibTrans" cxnId="{EB3BEADC-C83E-4CA3-90A9-31E2AB7D2A5B}">
      <dgm:prSet/>
      <dgm:spPr/>
      <dgm:t>
        <a:bodyPr/>
        <a:lstStyle/>
        <a:p>
          <a:endParaRPr lang="en-IN"/>
        </a:p>
      </dgm:t>
    </dgm:pt>
    <dgm:pt modelId="{7768149B-4A33-428C-93B6-F83F2E7A00BE}">
      <dgm:prSet phldrT="[Text]"/>
      <dgm:spPr/>
      <dgm:t>
        <a:bodyPr/>
        <a:lstStyle/>
        <a:p>
          <a:r>
            <a:rPr lang="en-US" dirty="0" smtClean="0"/>
            <a:t>Data Cleaning</a:t>
          </a:r>
          <a:endParaRPr lang="en-IN" dirty="0"/>
        </a:p>
      </dgm:t>
    </dgm:pt>
    <dgm:pt modelId="{31E005B1-C763-43CF-A094-0F48485BBD71}" type="parTrans" cxnId="{0A73C10C-96AE-4E9D-9FB1-470818EAE0F0}">
      <dgm:prSet/>
      <dgm:spPr/>
      <dgm:t>
        <a:bodyPr/>
        <a:lstStyle/>
        <a:p>
          <a:endParaRPr lang="en-IN"/>
        </a:p>
      </dgm:t>
    </dgm:pt>
    <dgm:pt modelId="{01074431-9C64-469F-B7B8-4F55E9FD82D9}" type="sibTrans" cxnId="{0A73C10C-96AE-4E9D-9FB1-470818EAE0F0}">
      <dgm:prSet/>
      <dgm:spPr/>
      <dgm:t>
        <a:bodyPr/>
        <a:lstStyle/>
        <a:p>
          <a:endParaRPr lang="en-IN"/>
        </a:p>
      </dgm:t>
    </dgm:pt>
    <dgm:pt modelId="{10A87921-2AE6-4BBC-917B-548F2E86686C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Californian FB" panose="0207040306080B030204" pitchFamily="18" charset="0"/>
            </a:rPr>
            <a:t>1500 &gt;&gt;&gt;1200 ROWS</a:t>
          </a:r>
          <a:endParaRPr lang="en-IN" sz="16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A88A6CAA-958B-4346-8773-549855171332}" type="parTrans" cxnId="{E429B551-57E4-425A-85A2-C11AA8C95F3C}">
      <dgm:prSet/>
      <dgm:spPr/>
      <dgm:t>
        <a:bodyPr/>
        <a:lstStyle/>
        <a:p>
          <a:endParaRPr lang="en-IN"/>
        </a:p>
      </dgm:t>
    </dgm:pt>
    <dgm:pt modelId="{B0AFE102-9FF1-43B3-8E13-B827B624EC7C}" type="sibTrans" cxnId="{E429B551-57E4-425A-85A2-C11AA8C95F3C}">
      <dgm:prSet/>
      <dgm:spPr/>
      <dgm:t>
        <a:bodyPr/>
        <a:lstStyle/>
        <a:p>
          <a:endParaRPr lang="en-IN"/>
        </a:p>
      </dgm:t>
    </dgm:pt>
    <dgm:pt modelId="{C220E28F-DCEC-4FA6-B335-8E2ECC8636BD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Californian FB" panose="0207040306080B030204" pitchFamily="18" charset="0"/>
            </a:rPr>
            <a:t>40&gt;&gt;&gt;31 COLUMNS</a:t>
          </a:r>
          <a:endParaRPr lang="en-IN" sz="16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FB2F14EC-9B97-4DA2-83A6-13FBF66CACFB}" type="parTrans" cxnId="{231CA1B1-6A9C-493E-9F47-7944817BE484}">
      <dgm:prSet/>
      <dgm:spPr/>
      <dgm:t>
        <a:bodyPr/>
        <a:lstStyle/>
        <a:p>
          <a:endParaRPr lang="en-IN"/>
        </a:p>
      </dgm:t>
    </dgm:pt>
    <dgm:pt modelId="{2AD06205-A2D2-4E40-B0BD-3D984CDD3179}" type="sibTrans" cxnId="{231CA1B1-6A9C-493E-9F47-7944817BE484}">
      <dgm:prSet/>
      <dgm:spPr/>
      <dgm:t>
        <a:bodyPr/>
        <a:lstStyle/>
        <a:p>
          <a:endParaRPr lang="en-IN"/>
        </a:p>
      </dgm:t>
    </dgm:pt>
    <dgm:pt modelId="{91DE2371-25A2-4ECB-BF98-D3B3DD9801E0}">
      <dgm:prSet phldrT="[Text]" custT="1"/>
      <dgm:spPr/>
      <dgm:t>
        <a:bodyPr/>
        <a:lstStyle/>
        <a:p>
          <a:endParaRPr lang="en-IN" sz="16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BBEA8097-A387-4FEF-8259-20ABAFD1F928}" type="parTrans" cxnId="{84772A4B-FF41-4999-98E5-197E817FC685}">
      <dgm:prSet/>
      <dgm:spPr/>
      <dgm:t>
        <a:bodyPr/>
        <a:lstStyle/>
        <a:p>
          <a:endParaRPr lang="en-IN"/>
        </a:p>
      </dgm:t>
    </dgm:pt>
    <dgm:pt modelId="{C555D640-A671-4858-BF56-32BB488F4AD8}" type="sibTrans" cxnId="{84772A4B-FF41-4999-98E5-197E817FC685}">
      <dgm:prSet/>
      <dgm:spPr/>
      <dgm:t>
        <a:bodyPr/>
        <a:lstStyle/>
        <a:p>
          <a:endParaRPr lang="en-IN"/>
        </a:p>
      </dgm:t>
    </dgm:pt>
    <dgm:pt modelId="{BFD0CBD6-7047-4D3C-861B-BF7970C31208}">
      <dgm:prSet phldrT="[Text]" phldr="1"/>
      <dgm:spPr/>
      <dgm:t>
        <a:bodyPr/>
        <a:lstStyle/>
        <a:p>
          <a:endParaRPr lang="en-IN"/>
        </a:p>
      </dgm:t>
    </dgm:pt>
    <dgm:pt modelId="{ACF09F1F-999D-407D-9E35-10442F441548}" type="sibTrans" cxnId="{5295E760-FECC-435B-B481-DBC6A43B7BFE}">
      <dgm:prSet/>
      <dgm:spPr/>
      <dgm:t>
        <a:bodyPr/>
        <a:lstStyle/>
        <a:p>
          <a:endParaRPr lang="en-IN"/>
        </a:p>
      </dgm:t>
    </dgm:pt>
    <dgm:pt modelId="{E7FFD4AE-1867-4E20-ABB1-9BB67F702194}" type="parTrans" cxnId="{5295E760-FECC-435B-B481-DBC6A43B7BFE}">
      <dgm:prSet/>
      <dgm:spPr/>
      <dgm:t>
        <a:bodyPr/>
        <a:lstStyle/>
        <a:p>
          <a:endParaRPr lang="en-IN"/>
        </a:p>
      </dgm:t>
    </dgm:pt>
    <dgm:pt modelId="{2E95FA6C-351F-4EC9-821A-A558666354B8}" type="pres">
      <dgm:prSet presAssocID="{D3740FCA-7C7A-41AF-B43E-93BA92D5F2E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C691A037-FE22-40DD-86DF-3BEB6AB6BE59}" type="pres">
      <dgm:prSet presAssocID="{C699D57C-8D2F-45FA-85D6-15D149E82897}" presName="composite" presStyleCnt="0"/>
      <dgm:spPr/>
    </dgm:pt>
    <dgm:pt modelId="{89738B0D-BD01-4C6E-B91F-265E0D15A880}" type="pres">
      <dgm:prSet presAssocID="{C699D57C-8D2F-45FA-85D6-15D149E82897}" presName="bentUpArrow1" presStyleLbl="alignImgPlace1" presStyleIdx="0" presStyleCnt="2"/>
      <dgm:spPr/>
    </dgm:pt>
    <dgm:pt modelId="{63D9ADDF-C711-4197-8230-5AF692E02968}" type="pres">
      <dgm:prSet presAssocID="{C699D57C-8D2F-45FA-85D6-15D149E82897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950E4B-800F-4071-903E-30E6552CEE6D}" type="pres">
      <dgm:prSet presAssocID="{C699D57C-8D2F-45FA-85D6-15D149E82897}" presName="ChildText" presStyleLbl="revTx" presStyleIdx="0" presStyleCnt="2" custScaleX="287038" custLinFactX="4320" custLinFactNeighborX="100000" custLinFactNeighborY="-1677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37B838-BF76-45EA-9A81-307F5F64B556}" type="pres">
      <dgm:prSet presAssocID="{02EDD5A9-F79D-4361-8B36-B59037A1444C}" presName="sibTrans" presStyleCnt="0"/>
      <dgm:spPr/>
    </dgm:pt>
    <dgm:pt modelId="{A3AC457E-E99F-4657-B6B2-7C79CB5E4069}" type="pres">
      <dgm:prSet presAssocID="{7768149B-4A33-428C-93B6-F83F2E7A00BE}" presName="composite" presStyleCnt="0"/>
      <dgm:spPr/>
    </dgm:pt>
    <dgm:pt modelId="{6606E482-3ADF-42D5-969E-157642420A8D}" type="pres">
      <dgm:prSet presAssocID="{7768149B-4A33-428C-93B6-F83F2E7A00BE}" presName="bentUpArrow1" presStyleLbl="alignImgPlace1" presStyleIdx="1" presStyleCnt="2"/>
      <dgm:spPr/>
    </dgm:pt>
    <dgm:pt modelId="{4B757F8A-236F-4BE7-8F67-3CEAFEB7BFF0}" type="pres">
      <dgm:prSet presAssocID="{7768149B-4A33-428C-93B6-F83F2E7A00B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00D8D1-667D-422F-A6D0-0B141BAA90F3}" type="pres">
      <dgm:prSet presAssocID="{7768149B-4A33-428C-93B6-F83F2E7A00BE}" presName="ChildText" presStyleLbl="revTx" presStyleIdx="1" presStyleCnt="2" custScaleX="152614" custScaleY="74974" custLinFactNeighborX="30044" custLinFactNeighborY="-193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175EA00-A02A-47CF-97B5-40D0A6BBC4AB}" type="pres">
      <dgm:prSet presAssocID="{01074431-9C64-469F-B7B8-4F55E9FD82D9}" presName="sibTrans" presStyleCnt="0"/>
      <dgm:spPr/>
    </dgm:pt>
    <dgm:pt modelId="{FA1FA311-0C7A-4D45-ABA3-73853186FCAB}" type="pres">
      <dgm:prSet presAssocID="{BFD0CBD6-7047-4D3C-861B-BF7970C31208}" presName="composite" presStyleCnt="0"/>
      <dgm:spPr/>
    </dgm:pt>
    <dgm:pt modelId="{596B4760-FD9E-4CA4-BCAF-E57ECE18DBE5}" type="pres">
      <dgm:prSet presAssocID="{BFD0CBD6-7047-4D3C-861B-BF7970C31208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14308AE-585E-4724-9934-9733CBD1AAC4}" type="presOf" srcId="{BFD0CBD6-7047-4D3C-861B-BF7970C31208}" destId="{596B4760-FD9E-4CA4-BCAF-E57ECE18DBE5}" srcOrd="0" destOrd="0" presId="urn:microsoft.com/office/officeart/2005/8/layout/StepDownProcess"/>
    <dgm:cxn modelId="{EB3BEADC-C83E-4CA3-90A9-31E2AB7D2A5B}" srcId="{C699D57C-8D2F-45FA-85D6-15D149E82897}" destId="{1BED45E0-6C93-4E24-A638-2F964F6418C1}" srcOrd="0" destOrd="0" parTransId="{2DBDCAEF-55C8-46D6-A0B7-EF33F8066DCD}" sibTransId="{04A8A94F-CCCE-4396-AA6D-4B265F92E630}"/>
    <dgm:cxn modelId="{E429B551-57E4-425A-85A2-C11AA8C95F3C}" srcId="{7768149B-4A33-428C-93B6-F83F2E7A00BE}" destId="{10A87921-2AE6-4BBC-917B-548F2E86686C}" srcOrd="0" destOrd="0" parTransId="{A88A6CAA-958B-4346-8773-549855171332}" sibTransId="{B0AFE102-9FF1-43B3-8E13-B827B624EC7C}"/>
    <dgm:cxn modelId="{231CA1B1-6A9C-493E-9F47-7944817BE484}" srcId="{7768149B-4A33-428C-93B6-F83F2E7A00BE}" destId="{C220E28F-DCEC-4FA6-B335-8E2ECC8636BD}" srcOrd="1" destOrd="0" parTransId="{FB2F14EC-9B97-4DA2-83A6-13FBF66CACFB}" sibTransId="{2AD06205-A2D2-4E40-B0BD-3D984CDD3179}"/>
    <dgm:cxn modelId="{16FBC87C-9551-4AA8-A832-313D17C47773}" type="presOf" srcId="{C220E28F-DCEC-4FA6-B335-8E2ECC8636BD}" destId="{F600D8D1-667D-422F-A6D0-0B141BAA90F3}" srcOrd="0" destOrd="1" presId="urn:microsoft.com/office/officeart/2005/8/layout/StepDownProcess"/>
    <dgm:cxn modelId="{5295E760-FECC-435B-B481-DBC6A43B7BFE}" srcId="{D3740FCA-7C7A-41AF-B43E-93BA92D5F2E8}" destId="{BFD0CBD6-7047-4D3C-861B-BF7970C31208}" srcOrd="2" destOrd="0" parTransId="{E7FFD4AE-1867-4E20-ABB1-9BB67F702194}" sibTransId="{ACF09F1F-999D-407D-9E35-10442F441548}"/>
    <dgm:cxn modelId="{1CE5673D-3079-4F32-B77E-89BB9BE03F3E}" type="presOf" srcId="{10A87921-2AE6-4BBC-917B-548F2E86686C}" destId="{F600D8D1-667D-422F-A6D0-0B141BAA90F3}" srcOrd="0" destOrd="0" presId="urn:microsoft.com/office/officeart/2005/8/layout/StepDownProcess"/>
    <dgm:cxn modelId="{84772A4B-FF41-4999-98E5-197E817FC685}" srcId="{7768149B-4A33-428C-93B6-F83F2E7A00BE}" destId="{91DE2371-25A2-4ECB-BF98-D3B3DD9801E0}" srcOrd="2" destOrd="0" parTransId="{BBEA8097-A387-4FEF-8259-20ABAFD1F928}" sibTransId="{C555D640-A671-4858-BF56-32BB488F4AD8}"/>
    <dgm:cxn modelId="{6C31C8A6-6733-44AF-A898-EB144BEB3C3F}" type="presOf" srcId="{91DE2371-25A2-4ECB-BF98-D3B3DD9801E0}" destId="{F600D8D1-667D-422F-A6D0-0B141BAA90F3}" srcOrd="0" destOrd="2" presId="urn:microsoft.com/office/officeart/2005/8/layout/StepDownProcess"/>
    <dgm:cxn modelId="{D872F851-1193-4B2F-AD3A-75BC7BDC8607}" type="presOf" srcId="{7768149B-4A33-428C-93B6-F83F2E7A00BE}" destId="{4B757F8A-236F-4BE7-8F67-3CEAFEB7BFF0}" srcOrd="0" destOrd="0" presId="urn:microsoft.com/office/officeart/2005/8/layout/StepDownProcess"/>
    <dgm:cxn modelId="{0A73C10C-96AE-4E9D-9FB1-470818EAE0F0}" srcId="{D3740FCA-7C7A-41AF-B43E-93BA92D5F2E8}" destId="{7768149B-4A33-428C-93B6-F83F2E7A00BE}" srcOrd="1" destOrd="0" parTransId="{31E005B1-C763-43CF-A094-0F48485BBD71}" sibTransId="{01074431-9C64-469F-B7B8-4F55E9FD82D9}"/>
    <dgm:cxn modelId="{F8713398-3290-458D-833F-B049F186B79E}" type="presOf" srcId="{1BED45E0-6C93-4E24-A638-2F964F6418C1}" destId="{FF950E4B-800F-4071-903E-30E6552CEE6D}" srcOrd="0" destOrd="0" presId="urn:microsoft.com/office/officeart/2005/8/layout/StepDownProcess"/>
    <dgm:cxn modelId="{A17C43E0-3749-4499-B897-BC8277C5286A}" type="presOf" srcId="{D3740FCA-7C7A-41AF-B43E-93BA92D5F2E8}" destId="{2E95FA6C-351F-4EC9-821A-A558666354B8}" srcOrd="0" destOrd="0" presId="urn:microsoft.com/office/officeart/2005/8/layout/StepDownProcess"/>
    <dgm:cxn modelId="{A0C845F7-A31C-4EA9-8D98-F60E52D3802E}" srcId="{D3740FCA-7C7A-41AF-B43E-93BA92D5F2E8}" destId="{C699D57C-8D2F-45FA-85D6-15D149E82897}" srcOrd="0" destOrd="0" parTransId="{E8267594-7CF6-4680-AAE1-7E68D369E8AE}" sibTransId="{02EDD5A9-F79D-4361-8B36-B59037A1444C}"/>
    <dgm:cxn modelId="{F26AEFDE-5716-46D6-9575-BC95011096EC}" type="presOf" srcId="{C699D57C-8D2F-45FA-85D6-15D149E82897}" destId="{63D9ADDF-C711-4197-8230-5AF692E02968}" srcOrd="0" destOrd="0" presId="urn:microsoft.com/office/officeart/2005/8/layout/StepDownProcess"/>
    <dgm:cxn modelId="{EEFB2475-2D8F-4151-B335-62057B1CED02}" type="presParOf" srcId="{2E95FA6C-351F-4EC9-821A-A558666354B8}" destId="{C691A037-FE22-40DD-86DF-3BEB6AB6BE59}" srcOrd="0" destOrd="0" presId="urn:microsoft.com/office/officeart/2005/8/layout/StepDownProcess"/>
    <dgm:cxn modelId="{FD3B1E43-493A-40A2-9D41-076E348A88D3}" type="presParOf" srcId="{C691A037-FE22-40DD-86DF-3BEB6AB6BE59}" destId="{89738B0D-BD01-4C6E-B91F-265E0D15A880}" srcOrd="0" destOrd="0" presId="urn:microsoft.com/office/officeart/2005/8/layout/StepDownProcess"/>
    <dgm:cxn modelId="{D24F8E97-F3E7-4EEE-A1F7-A95BEA6571ED}" type="presParOf" srcId="{C691A037-FE22-40DD-86DF-3BEB6AB6BE59}" destId="{63D9ADDF-C711-4197-8230-5AF692E02968}" srcOrd="1" destOrd="0" presId="urn:microsoft.com/office/officeart/2005/8/layout/StepDownProcess"/>
    <dgm:cxn modelId="{3979E5B9-06B9-488B-9837-F5B2E9EEE582}" type="presParOf" srcId="{C691A037-FE22-40DD-86DF-3BEB6AB6BE59}" destId="{FF950E4B-800F-4071-903E-30E6552CEE6D}" srcOrd="2" destOrd="0" presId="urn:microsoft.com/office/officeart/2005/8/layout/StepDownProcess"/>
    <dgm:cxn modelId="{C93BEF2F-6544-4C1B-95E6-8ABBE6FAD5E5}" type="presParOf" srcId="{2E95FA6C-351F-4EC9-821A-A558666354B8}" destId="{BF37B838-BF76-45EA-9A81-307F5F64B556}" srcOrd="1" destOrd="0" presId="urn:microsoft.com/office/officeart/2005/8/layout/StepDownProcess"/>
    <dgm:cxn modelId="{CD30487E-1F2C-4214-8B9B-33448FAD2D87}" type="presParOf" srcId="{2E95FA6C-351F-4EC9-821A-A558666354B8}" destId="{A3AC457E-E99F-4657-B6B2-7C79CB5E4069}" srcOrd="2" destOrd="0" presId="urn:microsoft.com/office/officeart/2005/8/layout/StepDownProcess"/>
    <dgm:cxn modelId="{2191ADE8-4AED-4460-9A0E-6442BAD82E0A}" type="presParOf" srcId="{A3AC457E-E99F-4657-B6B2-7C79CB5E4069}" destId="{6606E482-3ADF-42D5-969E-157642420A8D}" srcOrd="0" destOrd="0" presId="urn:microsoft.com/office/officeart/2005/8/layout/StepDownProcess"/>
    <dgm:cxn modelId="{71CD4E46-3A76-46F1-8776-E817DCA1902C}" type="presParOf" srcId="{A3AC457E-E99F-4657-B6B2-7C79CB5E4069}" destId="{4B757F8A-236F-4BE7-8F67-3CEAFEB7BFF0}" srcOrd="1" destOrd="0" presId="urn:microsoft.com/office/officeart/2005/8/layout/StepDownProcess"/>
    <dgm:cxn modelId="{F0693061-11C3-41C0-8BA6-3918E0AD4DD7}" type="presParOf" srcId="{A3AC457E-E99F-4657-B6B2-7C79CB5E4069}" destId="{F600D8D1-667D-422F-A6D0-0B141BAA90F3}" srcOrd="2" destOrd="0" presId="urn:microsoft.com/office/officeart/2005/8/layout/StepDownProcess"/>
    <dgm:cxn modelId="{1A58EB7B-E5F9-4D9A-B412-35930316E292}" type="presParOf" srcId="{2E95FA6C-351F-4EC9-821A-A558666354B8}" destId="{0175EA00-A02A-47CF-97B5-40D0A6BBC4AB}" srcOrd="3" destOrd="0" presId="urn:microsoft.com/office/officeart/2005/8/layout/StepDownProcess"/>
    <dgm:cxn modelId="{5853C221-F01F-4993-9A38-5B77B6D5E090}" type="presParOf" srcId="{2E95FA6C-351F-4EC9-821A-A558666354B8}" destId="{FA1FA311-0C7A-4D45-ABA3-73853186FCAB}" srcOrd="4" destOrd="0" presId="urn:microsoft.com/office/officeart/2005/8/layout/StepDownProcess"/>
    <dgm:cxn modelId="{D43509D9-FE66-4B47-AAC4-2C77BAB4C92D}" type="presParOf" srcId="{FA1FA311-0C7A-4D45-ABA3-73853186FCAB}" destId="{596B4760-FD9E-4CA4-BCAF-E57ECE18DBE5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740FCA-7C7A-41AF-B43E-93BA92D5F2E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99D57C-8D2F-45FA-85D6-15D149E82897}">
      <dgm:prSet phldrT="[Text]"/>
      <dgm:spPr/>
      <dgm:t>
        <a:bodyPr/>
        <a:lstStyle/>
        <a:p>
          <a:r>
            <a:rPr lang="en-US" dirty="0" smtClean="0"/>
            <a:t>Integration</a:t>
          </a:r>
          <a:endParaRPr lang="en-IN" dirty="0"/>
        </a:p>
      </dgm:t>
    </dgm:pt>
    <dgm:pt modelId="{E8267594-7CF6-4680-AAE1-7E68D369E8AE}" type="parTrans" cxnId="{A0C845F7-A31C-4EA9-8D98-F60E52D3802E}">
      <dgm:prSet/>
      <dgm:spPr/>
      <dgm:t>
        <a:bodyPr/>
        <a:lstStyle/>
        <a:p>
          <a:endParaRPr lang="en-IN"/>
        </a:p>
      </dgm:t>
    </dgm:pt>
    <dgm:pt modelId="{02EDD5A9-F79D-4361-8B36-B59037A1444C}" type="sibTrans" cxnId="{A0C845F7-A31C-4EA9-8D98-F60E52D3802E}">
      <dgm:prSet/>
      <dgm:spPr/>
      <dgm:t>
        <a:bodyPr/>
        <a:lstStyle/>
        <a:p>
          <a:endParaRPr lang="en-IN"/>
        </a:p>
      </dgm:t>
    </dgm:pt>
    <dgm:pt modelId="{1BED45E0-6C93-4E24-A638-2F964F6418C1}">
      <dgm:prSet phldrT="[Text]" custT="1"/>
      <dgm:spPr/>
      <dgm:t>
        <a:bodyPr/>
        <a:lstStyle/>
        <a:p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Data’s are formed in Structure way.</a:t>
          </a:r>
          <a:endParaRPr lang="en-IN" sz="17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2DBDCAEF-55C8-46D6-A0B7-EF33F8066DCD}" type="parTrans" cxnId="{EB3BEADC-C83E-4CA3-90A9-31E2AB7D2A5B}">
      <dgm:prSet/>
      <dgm:spPr/>
      <dgm:t>
        <a:bodyPr/>
        <a:lstStyle/>
        <a:p>
          <a:endParaRPr lang="en-IN"/>
        </a:p>
      </dgm:t>
    </dgm:pt>
    <dgm:pt modelId="{04A8A94F-CCCE-4396-AA6D-4B265F92E630}" type="sibTrans" cxnId="{EB3BEADC-C83E-4CA3-90A9-31E2AB7D2A5B}">
      <dgm:prSet/>
      <dgm:spPr/>
      <dgm:t>
        <a:bodyPr/>
        <a:lstStyle/>
        <a:p>
          <a:endParaRPr lang="en-IN"/>
        </a:p>
      </dgm:t>
    </dgm:pt>
    <dgm:pt modelId="{7768149B-4A33-428C-93B6-F83F2E7A00BE}">
      <dgm:prSet phldrT="[Text]"/>
      <dgm:spPr/>
      <dgm:t>
        <a:bodyPr/>
        <a:lstStyle/>
        <a:p>
          <a:r>
            <a:rPr lang="en-US" dirty="0" smtClean="0"/>
            <a:t>ETL</a:t>
          </a:r>
          <a:endParaRPr lang="en-IN" dirty="0"/>
        </a:p>
      </dgm:t>
    </dgm:pt>
    <dgm:pt modelId="{31E005B1-C763-43CF-A094-0F48485BBD71}" type="parTrans" cxnId="{0A73C10C-96AE-4E9D-9FB1-470818EAE0F0}">
      <dgm:prSet/>
      <dgm:spPr/>
      <dgm:t>
        <a:bodyPr/>
        <a:lstStyle/>
        <a:p>
          <a:endParaRPr lang="en-IN"/>
        </a:p>
      </dgm:t>
    </dgm:pt>
    <dgm:pt modelId="{01074431-9C64-469F-B7B8-4F55E9FD82D9}" type="sibTrans" cxnId="{0A73C10C-96AE-4E9D-9FB1-470818EAE0F0}">
      <dgm:prSet/>
      <dgm:spPr/>
      <dgm:t>
        <a:bodyPr/>
        <a:lstStyle/>
        <a:p>
          <a:endParaRPr lang="en-IN"/>
        </a:p>
      </dgm:t>
    </dgm:pt>
    <dgm:pt modelId="{10A87921-2AE6-4BBC-917B-548F2E86686C}">
      <dgm:prSet phldrT="[Text]" custT="1"/>
      <dgm:spPr/>
      <dgm:t>
        <a:bodyPr/>
        <a:lstStyle/>
        <a:p>
          <a:r>
            <a:rPr lang="en-US" sz="17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Exttact</a:t>
          </a:r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 from Excel</a:t>
          </a:r>
          <a:endParaRPr lang="en-IN" sz="17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A88A6CAA-958B-4346-8773-549855171332}" type="parTrans" cxnId="{E429B551-57E4-425A-85A2-C11AA8C95F3C}">
      <dgm:prSet/>
      <dgm:spPr/>
      <dgm:t>
        <a:bodyPr/>
        <a:lstStyle/>
        <a:p>
          <a:endParaRPr lang="en-IN"/>
        </a:p>
      </dgm:t>
    </dgm:pt>
    <dgm:pt modelId="{B0AFE102-9FF1-43B3-8E13-B827B624EC7C}" type="sibTrans" cxnId="{E429B551-57E4-425A-85A2-C11AA8C95F3C}">
      <dgm:prSet/>
      <dgm:spPr/>
      <dgm:t>
        <a:bodyPr/>
        <a:lstStyle/>
        <a:p>
          <a:endParaRPr lang="en-IN"/>
        </a:p>
      </dgm:t>
    </dgm:pt>
    <dgm:pt modelId="{AB063769-ACE9-4D0C-A7A0-6767E021864F}">
      <dgm:prSet phldrT="[Text]"/>
      <dgm:spPr/>
      <dgm:t>
        <a:bodyPr/>
        <a:lstStyle/>
        <a:p>
          <a:r>
            <a:rPr lang="en-US" dirty="0" smtClean="0"/>
            <a:t>Visualization</a:t>
          </a:r>
          <a:endParaRPr lang="en-IN" dirty="0"/>
        </a:p>
      </dgm:t>
    </dgm:pt>
    <dgm:pt modelId="{16D9D3F2-39E7-444B-8E0A-47B26F9EF9F8}" type="parTrans" cxnId="{F5A68220-E728-463D-9500-DEBAF5686C2A}">
      <dgm:prSet/>
      <dgm:spPr/>
      <dgm:t>
        <a:bodyPr/>
        <a:lstStyle/>
        <a:p>
          <a:endParaRPr lang="en-IN"/>
        </a:p>
      </dgm:t>
    </dgm:pt>
    <dgm:pt modelId="{7861808E-D527-4C5C-B203-E35A39EE4EFA}" type="sibTrans" cxnId="{F5A68220-E728-463D-9500-DEBAF5686C2A}">
      <dgm:prSet/>
      <dgm:spPr/>
      <dgm:t>
        <a:bodyPr/>
        <a:lstStyle/>
        <a:p>
          <a:endParaRPr lang="en-IN"/>
        </a:p>
      </dgm:t>
    </dgm:pt>
    <dgm:pt modelId="{BFD0CBD6-7047-4D3C-861B-BF7970C31208}">
      <dgm:prSet phldrT="[Text]"/>
      <dgm:spPr/>
      <dgm:t>
        <a:bodyPr/>
        <a:lstStyle/>
        <a:p>
          <a:r>
            <a:rPr lang="en-US" dirty="0" smtClean="0">
              <a:solidFill>
                <a:schemeClr val="bg1"/>
              </a:solidFill>
              <a:latin typeface="Californian FB" panose="0207040306080B030204" pitchFamily="18" charset="0"/>
            </a:rPr>
            <a:t>DAX</a:t>
          </a:r>
          <a:endParaRPr lang="en-IN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E7FFD4AE-1867-4E20-ABB1-9BB67F702194}" type="parTrans" cxnId="{5295E760-FECC-435B-B481-DBC6A43B7BFE}">
      <dgm:prSet/>
      <dgm:spPr/>
      <dgm:t>
        <a:bodyPr/>
        <a:lstStyle/>
        <a:p>
          <a:endParaRPr lang="en-IN"/>
        </a:p>
      </dgm:t>
    </dgm:pt>
    <dgm:pt modelId="{ACF09F1F-999D-407D-9E35-10442F441548}" type="sibTrans" cxnId="{5295E760-FECC-435B-B481-DBC6A43B7BFE}">
      <dgm:prSet/>
      <dgm:spPr/>
      <dgm:t>
        <a:bodyPr/>
        <a:lstStyle/>
        <a:p>
          <a:endParaRPr lang="en-IN"/>
        </a:p>
      </dgm:t>
    </dgm:pt>
    <dgm:pt modelId="{CBC1AC10-1E16-4BB8-9331-7D35F30A169C}">
      <dgm:prSet phldrT="[Text]" custT="1"/>
      <dgm:spPr/>
      <dgm:t>
        <a:bodyPr/>
        <a:lstStyle/>
        <a:p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Transform for checking</a:t>
          </a:r>
          <a:endParaRPr lang="en-IN" sz="17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89E71259-EC7F-4E5D-AE40-55A42E5684B4}" type="parTrans" cxnId="{2BB16AD9-9D24-4038-A317-748CF744BB36}">
      <dgm:prSet/>
      <dgm:spPr/>
      <dgm:t>
        <a:bodyPr/>
        <a:lstStyle/>
        <a:p>
          <a:endParaRPr lang="en-IN"/>
        </a:p>
      </dgm:t>
    </dgm:pt>
    <dgm:pt modelId="{9172162A-C986-4CD5-AB14-971A18C67BAD}" type="sibTrans" cxnId="{2BB16AD9-9D24-4038-A317-748CF744BB36}">
      <dgm:prSet/>
      <dgm:spPr/>
      <dgm:t>
        <a:bodyPr/>
        <a:lstStyle/>
        <a:p>
          <a:endParaRPr lang="en-IN"/>
        </a:p>
      </dgm:t>
    </dgm:pt>
    <dgm:pt modelId="{4613305B-8538-4EDC-8DBF-F0D6FE3A3F07}">
      <dgm:prSet phldrT="[Text]" custT="1"/>
      <dgm:spPr/>
      <dgm:t>
        <a:bodyPr/>
        <a:lstStyle/>
        <a:p>
          <a:r>
            <a:rPr lang="en-US" sz="1700" dirty="0" smtClean="0">
              <a:solidFill>
                <a:schemeClr val="bg1"/>
              </a:solidFill>
              <a:latin typeface="Californian FB" panose="0207040306080B030204" pitchFamily="18" charset="0"/>
            </a:rPr>
            <a:t>And Load into </a:t>
          </a:r>
          <a:r>
            <a:rPr lang="en-US" sz="17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Visulaization</a:t>
          </a:r>
          <a:endParaRPr lang="en-IN" sz="1700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FE3E4808-91A4-4625-8941-2A510C995E88}" type="parTrans" cxnId="{D8A11A21-C3D7-48C2-B101-6E3CD88E5C24}">
      <dgm:prSet/>
      <dgm:spPr/>
      <dgm:t>
        <a:bodyPr/>
        <a:lstStyle/>
        <a:p>
          <a:endParaRPr lang="en-IN"/>
        </a:p>
      </dgm:t>
    </dgm:pt>
    <dgm:pt modelId="{C466FC11-DD2F-4FF1-BDD8-65EE29A1D406}" type="sibTrans" cxnId="{D8A11A21-C3D7-48C2-B101-6E3CD88E5C24}">
      <dgm:prSet/>
      <dgm:spPr/>
      <dgm:t>
        <a:bodyPr/>
        <a:lstStyle/>
        <a:p>
          <a:endParaRPr lang="en-IN"/>
        </a:p>
      </dgm:t>
    </dgm:pt>
    <dgm:pt modelId="{53C96124-780B-4856-BE64-FAD4654AFCE2}">
      <dgm:prSet phldrT="[Text]"/>
      <dgm:spPr/>
      <dgm:t>
        <a:bodyPr/>
        <a:lstStyle/>
        <a:p>
          <a:r>
            <a:rPr lang="en-US" dirty="0" smtClean="0">
              <a:solidFill>
                <a:schemeClr val="bg1"/>
              </a:solidFill>
              <a:latin typeface="Californian FB" panose="0207040306080B030204" pitchFamily="18" charset="0"/>
            </a:rPr>
            <a:t>Dashboards</a:t>
          </a:r>
          <a:endParaRPr lang="en-IN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C31AD3DD-C722-4289-A877-BD216D1CF907}" type="parTrans" cxnId="{194CCB77-CBDF-4CA8-9797-4E350D0441FB}">
      <dgm:prSet/>
      <dgm:spPr/>
      <dgm:t>
        <a:bodyPr/>
        <a:lstStyle/>
        <a:p>
          <a:endParaRPr lang="en-IN"/>
        </a:p>
      </dgm:t>
    </dgm:pt>
    <dgm:pt modelId="{FA88526D-8564-4D5A-BA9F-31D581998BF9}" type="sibTrans" cxnId="{194CCB77-CBDF-4CA8-9797-4E350D0441FB}">
      <dgm:prSet/>
      <dgm:spPr/>
      <dgm:t>
        <a:bodyPr/>
        <a:lstStyle/>
        <a:p>
          <a:endParaRPr lang="en-IN"/>
        </a:p>
      </dgm:t>
    </dgm:pt>
    <dgm:pt modelId="{6B77C64F-38AB-4DA3-92AC-6C8FE80B0ED7}">
      <dgm:prSet phldrT="[Text]"/>
      <dgm:spPr/>
      <dgm:t>
        <a:bodyPr/>
        <a:lstStyle/>
        <a:p>
          <a:r>
            <a:rPr lang="en-US" dirty="0" smtClean="0">
              <a:solidFill>
                <a:schemeClr val="bg1"/>
              </a:solidFill>
              <a:latin typeface="Californian FB" panose="0207040306080B030204" pitchFamily="18" charset="0"/>
            </a:rPr>
            <a:t>KPI cards</a:t>
          </a:r>
          <a:endParaRPr lang="en-IN" dirty="0">
            <a:solidFill>
              <a:schemeClr val="bg1"/>
            </a:solidFill>
            <a:latin typeface="Californian FB" panose="0207040306080B030204" pitchFamily="18" charset="0"/>
          </a:endParaRPr>
        </a:p>
      </dgm:t>
    </dgm:pt>
    <dgm:pt modelId="{0B8417A9-6A63-4548-A87A-2469773965D6}" type="parTrans" cxnId="{A1163F79-0170-4A86-BD2F-E607DCD0E9E6}">
      <dgm:prSet/>
      <dgm:spPr/>
      <dgm:t>
        <a:bodyPr/>
        <a:lstStyle/>
        <a:p>
          <a:endParaRPr lang="en-IN"/>
        </a:p>
      </dgm:t>
    </dgm:pt>
    <dgm:pt modelId="{C067FC15-B3E2-408A-8E82-DC03C109FA20}" type="sibTrans" cxnId="{A1163F79-0170-4A86-BD2F-E607DCD0E9E6}">
      <dgm:prSet/>
      <dgm:spPr/>
      <dgm:t>
        <a:bodyPr/>
        <a:lstStyle/>
        <a:p>
          <a:endParaRPr lang="en-IN"/>
        </a:p>
      </dgm:t>
    </dgm:pt>
    <dgm:pt modelId="{2E95FA6C-351F-4EC9-821A-A558666354B8}" type="pres">
      <dgm:prSet presAssocID="{D3740FCA-7C7A-41AF-B43E-93BA92D5F2E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C691A037-FE22-40DD-86DF-3BEB6AB6BE59}" type="pres">
      <dgm:prSet presAssocID="{C699D57C-8D2F-45FA-85D6-15D149E82897}" presName="composite" presStyleCnt="0"/>
      <dgm:spPr/>
    </dgm:pt>
    <dgm:pt modelId="{89738B0D-BD01-4C6E-B91F-265E0D15A880}" type="pres">
      <dgm:prSet presAssocID="{C699D57C-8D2F-45FA-85D6-15D149E82897}" presName="bentUpArrow1" presStyleLbl="alignImgPlace1" presStyleIdx="0" presStyleCnt="2"/>
      <dgm:spPr/>
    </dgm:pt>
    <dgm:pt modelId="{63D9ADDF-C711-4197-8230-5AF692E02968}" type="pres">
      <dgm:prSet presAssocID="{C699D57C-8D2F-45FA-85D6-15D149E82897}" presName="ParentText" presStyleLbl="node1" presStyleIdx="0" presStyleCnt="3" custLinFactNeighborX="-2477" custLinFactNeighborY="-118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950E4B-800F-4071-903E-30E6552CEE6D}" type="pres">
      <dgm:prSet presAssocID="{C699D57C-8D2F-45FA-85D6-15D149E82897}" presName="ChildText" presStyleLbl="revTx" presStyleIdx="0" presStyleCnt="3" custScaleX="236616" custLinFactNeighborX="75553" custLinFactNeighborY="-83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37B838-BF76-45EA-9A81-307F5F64B556}" type="pres">
      <dgm:prSet presAssocID="{02EDD5A9-F79D-4361-8B36-B59037A1444C}" presName="sibTrans" presStyleCnt="0"/>
      <dgm:spPr/>
    </dgm:pt>
    <dgm:pt modelId="{A3AC457E-E99F-4657-B6B2-7C79CB5E4069}" type="pres">
      <dgm:prSet presAssocID="{7768149B-4A33-428C-93B6-F83F2E7A00BE}" presName="composite" presStyleCnt="0"/>
      <dgm:spPr/>
    </dgm:pt>
    <dgm:pt modelId="{6606E482-3ADF-42D5-969E-157642420A8D}" type="pres">
      <dgm:prSet presAssocID="{7768149B-4A33-428C-93B6-F83F2E7A00BE}" presName="bentUpArrow1" presStyleLbl="alignImgPlace1" presStyleIdx="1" presStyleCnt="2"/>
      <dgm:spPr/>
    </dgm:pt>
    <dgm:pt modelId="{4B757F8A-236F-4BE7-8F67-3CEAFEB7BFF0}" type="pres">
      <dgm:prSet presAssocID="{7768149B-4A33-428C-93B6-F83F2E7A00B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00D8D1-667D-422F-A6D0-0B141BAA90F3}" type="pres">
      <dgm:prSet presAssocID="{7768149B-4A33-428C-93B6-F83F2E7A00BE}" presName="ChildText" presStyleLbl="revTx" presStyleIdx="1" presStyleCnt="3" custScaleX="211437" custLinFactNeighborX="65487" custLinFactNeighborY="-878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175EA00-A02A-47CF-97B5-40D0A6BBC4AB}" type="pres">
      <dgm:prSet presAssocID="{01074431-9C64-469F-B7B8-4F55E9FD82D9}" presName="sibTrans" presStyleCnt="0"/>
      <dgm:spPr/>
    </dgm:pt>
    <dgm:pt modelId="{41FA3984-3108-45A8-8E44-42494FD00796}" type="pres">
      <dgm:prSet presAssocID="{AB063769-ACE9-4D0C-A7A0-6767E021864F}" presName="composite" presStyleCnt="0"/>
      <dgm:spPr/>
    </dgm:pt>
    <dgm:pt modelId="{FBB1AE8E-12E0-4E8B-B10C-838BE86E760A}" type="pres">
      <dgm:prSet presAssocID="{AB063769-ACE9-4D0C-A7A0-6767E021864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3457E8-F5E2-4D58-B408-7273C52F4C94}" type="pres">
      <dgm:prSet presAssocID="{AB063769-ACE9-4D0C-A7A0-6767E021864F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B3BEADC-C83E-4CA3-90A9-31E2AB7D2A5B}" srcId="{C699D57C-8D2F-45FA-85D6-15D149E82897}" destId="{1BED45E0-6C93-4E24-A638-2F964F6418C1}" srcOrd="0" destOrd="0" parTransId="{2DBDCAEF-55C8-46D6-A0B7-EF33F8066DCD}" sibTransId="{04A8A94F-CCCE-4396-AA6D-4B265F92E630}"/>
    <dgm:cxn modelId="{B66872EE-8677-4BA0-9C85-DF27512E535A}" type="presOf" srcId="{1BED45E0-6C93-4E24-A638-2F964F6418C1}" destId="{FF950E4B-800F-4071-903E-30E6552CEE6D}" srcOrd="0" destOrd="0" presId="urn:microsoft.com/office/officeart/2005/8/layout/StepDownProcess"/>
    <dgm:cxn modelId="{5295E760-FECC-435B-B481-DBC6A43B7BFE}" srcId="{AB063769-ACE9-4D0C-A7A0-6767E021864F}" destId="{BFD0CBD6-7047-4D3C-861B-BF7970C31208}" srcOrd="0" destOrd="0" parTransId="{E7FFD4AE-1867-4E20-ABB1-9BB67F702194}" sibTransId="{ACF09F1F-999D-407D-9E35-10442F441548}"/>
    <dgm:cxn modelId="{0A73C10C-96AE-4E9D-9FB1-470818EAE0F0}" srcId="{D3740FCA-7C7A-41AF-B43E-93BA92D5F2E8}" destId="{7768149B-4A33-428C-93B6-F83F2E7A00BE}" srcOrd="1" destOrd="0" parTransId="{31E005B1-C763-43CF-A094-0F48485BBD71}" sibTransId="{01074431-9C64-469F-B7B8-4F55E9FD82D9}"/>
    <dgm:cxn modelId="{F8DD00F8-1C54-45A7-A7C5-4EC58F400E10}" type="presOf" srcId="{6B77C64F-38AB-4DA3-92AC-6C8FE80B0ED7}" destId="{4F3457E8-F5E2-4D58-B408-7273C52F4C94}" srcOrd="0" destOrd="1" presId="urn:microsoft.com/office/officeart/2005/8/layout/StepDownProcess"/>
    <dgm:cxn modelId="{DE6283C3-BFC5-43EC-B0B5-9C93EBA94EA4}" type="presOf" srcId="{53C96124-780B-4856-BE64-FAD4654AFCE2}" destId="{4F3457E8-F5E2-4D58-B408-7273C52F4C94}" srcOrd="0" destOrd="2" presId="urn:microsoft.com/office/officeart/2005/8/layout/StepDownProcess"/>
    <dgm:cxn modelId="{D8A11A21-C3D7-48C2-B101-6E3CD88E5C24}" srcId="{7768149B-4A33-428C-93B6-F83F2E7A00BE}" destId="{4613305B-8538-4EDC-8DBF-F0D6FE3A3F07}" srcOrd="2" destOrd="0" parTransId="{FE3E4808-91A4-4625-8941-2A510C995E88}" sibTransId="{C466FC11-DD2F-4FF1-BDD8-65EE29A1D406}"/>
    <dgm:cxn modelId="{4C56C6F5-10C6-4016-80F0-D8E733557ECC}" type="presOf" srcId="{C699D57C-8D2F-45FA-85D6-15D149E82897}" destId="{63D9ADDF-C711-4197-8230-5AF692E02968}" srcOrd="0" destOrd="0" presId="urn:microsoft.com/office/officeart/2005/8/layout/StepDownProcess"/>
    <dgm:cxn modelId="{A0C845F7-A31C-4EA9-8D98-F60E52D3802E}" srcId="{D3740FCA-7C7A-41AF-B43E-93BA92D5F2E8}" destId="{C699D57C-8D2F-45FA-85D6-15D149E82897}" srcOrd="0" destOrd="0" parTransId="{E8267594-7CF6-4680-AAE1-7E68D369E8AE}" sibTransId="{02EDD5A9-F79D-4361-8B36-B59037A1444C}"/>
    <dgm:cxn modelId="{82DBBAAD-7988-4BF8-B633-7B904F89EF0D}" type="presOf" srcId="{CBC1AC10-1E16-4BB8-9331-7D35F30A169C}" destId="{F600D8D1-667D-422F-A6D0-0B141BAA90F3}" srcOrd="0" destOrd="1" presId="urn:microsoft.com/office/officeart/2005/8/layout/StepDownProcess"/>
    <dgm:cxn modelId="{9FD9FA9A-7A32-4917-87A5-D81CF26E04FB}" type="presOf" srcId="{10A87921-2AE6-4BBC-917B-548F2E86686C}" destId="{F600D8D1-667D-422F-A6D0-0B141BAA90F3}" srcOrd="0" destOrd="0" presId="urn:microsoft.com/office/officeart/2005/8/layout/StepDownProcess"/>
    <dgm:cxn modelId="{F5A68220-E728-463D-9500-DEBAF5686C2A}" srcId="{D3740FCA-7C7A-41AF-B43E-93BA92D5F2E8}" destId="{AB063769-ACE9-4D0C-A7A0-6767E021864F}" srcOrd="2" destOrd="0" parTransId="{16D9D3F2-39E7-444B-8E0A-47B26F9EF9F8}" sibTransId="{7861808E-D527-4C5C-B203-E35A39EE4EFA}"/>
    <dgm:cxn modelId="{2BB16AD9-9D24-4038-A317-748CF744BB36}" srcId="{7768149B-4A33-428C-93B6-F83F2E7A00BE}" destId="{CBC1AC10-1E16-4BB8-9331-7D35F30A169C}" srcOrd="1" destOrd="0" parTransId="{89E71259-EC7F-4E5D-AE40-55A42E5684B4}" sibTransId="{9172162A-C986-4CD5-AB14-971A18C67BAD}"/>
    <dgm:cxn modelId="{EECD2293-E965-4870-8B02-BE77344EF32E}" type="presOf" srcId="{AB063769-ACE9-4D0C-A7A0-6767E021864F}" destId="{FBB1AE8E-12E0-4E8B-B10C-838BE86E760A}" srcOrd="0" destOrd="0" presId="urn:microsoft.com/office/officeart/2005/8/layout/StepDownProcess"/>
    <dgm:cxn modelId="{4481CAF5-848A-498A-9352-4B9E4176F44A}" type="presOf" srcId="{7768149B-4A33-428C-93B6-F83F2E7A00BE}" destId="{4B757F8A-236F-4BE7-8F67-3CEAFEB7BFF0}" srcOrd="0" destOrd="0" presId="urn:microsoft.com/office/officeart/2005/8/layout/StepDownProcess"/>
    <dgm:cxn modelId="{8F6D57E0-6026-471F-B9F1-1D8D7EE366F4}" type="presOf" srcId="{BFD0CBD6-7047-4D3C-861B-BF7970C31208}" destId="{4F3457E8-F5E2-4D58-B408-7273C52F4C94}" srcOrd="0" destOrd="0" presId="urn:microsoft.com/office/officeart/2005/8/layout/StepDownProcess"/>
    <dgm:cxn modelId="{194CCB77-CBDF-4CA8-9797-4E350D0441FB}" srcId="{AB063769-ACE9-4D0C-A7A0-6767E021864F}" destId="{53C96124-780B-4856-BE64-FAD4654AFCE2}" srcOrd="2" destOrd="0" parTransId="{C31AD3DD-C722-4289-A877-BD216D1CF907}" sibTransId="{FA88526D-8564-4D5A-BA9F-31D581998BF9}"/>
    <dgm:cxn modelId="{0EEF6E0B-9688-4493-8B27-4025B86825E6}" type="presOf" srcId="{D3740FCA-7C7A-41AF-B43E-93BA92D5F2E8}" destId="{2E95FA6C-351F-4EC9-821A-A558666354B8}" srcOrd="0" destOrd="0" presId="urn:microsoft.com/office/officeart/2005/8/layout/StepDownProcess"/>
    <dgm:cxn modelId="{95616081-977B-4412-9E23-DCFE208CA059}" type="presOf" srcId="{4613305B-8538-4EDC-8DBF-F0D6FE3A3F07}" destId="{F600D8D1-667D-422F-A6D0-0B141BAA90F3}" srcOrd="0" destOrd="2" presId="urn:microsoft.com/office/officeart/2005/8/layout/StepDownProcess"/>
    <dgm:cxn modelId="{E429B551-57E4-425A-85A2-C11AA8C95F3C}" srcId="{7768149B-4A33-428C-93B6-F83F2E7A00BE}" destId="{10A87921-2AE6-4BBC-917B-548F2E86686C}" srcOrd="0" destOrd="0" parTransId="{A88A6CAA-958B-4346-8773-549855171332}" sibTransId="{B0AFE102-9FF1-43B3-8E13-B827B624EC7C}"/>
    <dgm:cxn modelId="{A1163F79-0170-4A86-BD2F-E607DCD0E9E6}" srcId="{AB063769-ACE9-4D0C-A7A0-6767E021864F}" destId="{6B77C64F-38AB-4DA3-92AC-6C8FE80B0ED7}" srcOrd="1" destOrd="0" parTransId="{0B8417A9-6A63-4548-A87A-2469773965D6}" sibTransId="{C067FC15-B3E2-408A-8E82-DC03C109FA20}"/>
    <dgm:cxn modelId="{BA2B7034-59E4-4F3F-8660-8FF3EB5E87AE}" type="presParOf" srcId="{2E95FA6C-351F-4EC9-821A-A558666354B8}" destId="{C691A037-FE22-40DD-86DF-3BEB6AB6BE59}" srcOrd="0" destOrd="0" presId="urn:microsoft.com/office/officeart/2005/8/layout/StepDownProcess"/>
    <dgm:cxn modelId="{F5B2F7F2-E933-44F0-A21C-19B70F27A197}" type="presParOf" srcId="{C691A037-FE22-40DD-86DF-3BEB6AB6BE59}" destId="{89738B0D-BD01-4C6E-B91F-265E0D15A880}" srcOrd="0" destOrd="0" presId="urn:microsoft.com/office/officeart/2005/8/layout/StepDownProcess"/>
    <dgm:cxn modelId="{C2E4A951-FC76-4731-82C0-4EA98B821AAD}" type="presParOf" srcId="{C691A037-FE22-40DD-86DF-3BEB6AB6BE59}" destId="{63D9ADDF-C711-4197-8230-5AF692E02968}" srcOrd="1" destOrd="0" presId="urn:microsoft.com/office/officeart/2005/8/layout/StepDownProcess"/>
    <dgm:cxn modelId="{6AA2C977-77C1-4E85-9FA1-9B2ADC554394}" type="presParOf" srcId="{C691A037-FE22-40DD-86DF-3BEB6AB6BE59}" destId="{FF950E4B-800F-4071-903E-30E6552CEE6D}" srcOrd="2" destOrd="0" presId="urn:microsoft.com/office/officeart/2005/8/layout/StepDownProcess"/>
    <dgm:cxn modelId="{EB2F9141-C585-410E-9F1A-76E4468F6431}" type="presParOf" srcId="{2E95FA6C-351F-4EC9-821A-A558666354B8}" destId="{BF37B838-BF76-45EA-9A81-307F5F64B556}" srcOrd="1" destOrd="0" presId="urn:microsoft.com/office/officeart/2005/8/layout/StepDownProcess"/>
    <dgm:cxn modelId="{AA045EF4-5250-4DA5-8571-7FF0E4430D53}" type="presParOf" srcId="{2E95FA6C-351F-4EC9-821A-A558666354B8}" destId="{A3AC457E-E99F-4657-B6B2-7C79CB5E4069}" srcOrd="2" destOrd="0" presId="urn:microsoft.com/office/officeart/2005/8/layout/StepDownProcess"/>
    <dgm:cxn modelId="{83F034AE-E014-41F6-8044-7CAEBE6DF0D7}" type="presParOf" srcId="{A3AC457E-E99F-4657-B6B2-7C79CB5E4069}" destId="{6606E482-3ADF-42D5-969E-157642420A8D}" srcOrd="0" destOrd="0" presId="urn:microsoft.com/office/officeart/2005/8/layout/StepDownProcess"/>
    <dgm:cxn modelId="{34970F74-035B-44E5-942F-630A137250E1}" type="presParOf" srcId="{A3AC457E-E99F-4657-B6B2-7C79CB5E4069}" destId="{4B757F8A-236F-4BE7-8F67-3CEAFEB7BFF0}" srcOrd="1" destOrd="0" presId="urn:microsoft.com/office/officeart/2005/8/layout/StepDownProcess"/>
    <dgm:cxn modelId="{64984300-D85B-4F6E-9778-CF229824B16E}" type="presParOf" srcId="{A3AC457E-E99F-4657-B6B2-7C79CB5E4069}" destId="{F600D8D1-667D-422F-A6D0-0B141BAA90F3}" srcOrd="2" destOrd="0" presId="urn:microsoft.com/office/officeart/2005/8/layout/StepDownProcess"/>
    <dgm:cxn modelId="{F2C764AA-BBC2-49FB-8A9E-04193215F2D4}" type="presParOf" srcId="{2E95FA6C-351F-4EC9-821A-A558666354B8}" destId="{0175EA00-A02A-47CF-97B5-40D0A6BBC4AB}" srcOrd="3" destOrd="0" presId="urn:microsoft.com/office/officeart/2005/8/layout/StepDownProcess"/>
    <dgm:cxn modelId="{3361DA2C-7AE0-45A7-B0CB-43A793A9EBCD}" type="presParOf" srcId="{2E95FA6C-351F-4EC9-821A-A558666354B8}" destId="{41FA3984-3108-45A8-8E44-42494FD00796}" srcOrd="4" destOrd="0" presId="urn:microsoft.com/office/officeart/2005/8/layout/StepDownProcess"/>
    <dgm:cxn modelId="{F862F985-4773-4B88-A569-8A2987A0FDCE}" type="presParOf" srcId="{41FA3984-3108-45A8-8E44-42494FD00796}" destId="{FBB1AE8E-12E0-4E8B-B10C-838BE86E760A}" srcOrd="0" destOrd="0" presId="urn:microsoft.com/office/officeart/2005/8/layout/StepDownProcess"/>
    <dgm:cxn modelId="{9FCEF559-2E9A-4AE0-9E56-BC762F62E26B}" type="presParOf" srcId="{41FA3984-3108-45A8-8E44-42494FD00796}" destId="{4F3457E8-F5E2-4D58-B408-7273C52F4C94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21BA6-86B9-418E-A6CD-B97F3FAA913C}">
      <dsp:nvSpPr>
        <dsp:cNvPr id="0" name=""/>
        <dsp:cNvSpPr/>
      </dsp:nvSpPr>
      <dsp:spPr>
        <a:xfrm rot="5400000">
          <a:off x="3784790" y="136288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02.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PROCESS</a:t>
          </a:r>
          <a:endParaRPr lang="en-IN" sz="1400" b="1" kern="1200" dirty="0"/>
        </a:p>
      </dsp:txBody>
      <dsp:txXfrm rot="-5400000">
        <a:off x="4197089" y="323004"/>
        <a:ext cx="1230989" cy="1414929"/>
      </dsp:txXfrm>
    </dsp:sp>
    <dsp:sp modelId="{3A6FEF3A-A182-45B4-88FD-7D2684AB878A}">
      <dsp:nvSpPr>
        <dsp:cNvPr id="0" name=""/>
        <dsp:cNvSpPr/>
      </dsp:nvSpPr>
      <dsp:spPr>
        <a:xfrm>
          <a:off x="5761033" y="413792"/>
          <a:ext cx="2294036" cy="1233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5761033" y="413792"/>
        <a:ext cx="2294036" cy="1233352"/>
      </dsp:txXfrm>
    </dsp:sp>
    <dsp:sp modelId="{18B5237F-6D3C-4C06-9C51-3F102CF73FB1}">
      <dsp:nvSpPr>
        <dsp:cNvPr id="0" name=""/>
        <dsp:cNvSpPr/>
      </dsp:nvSpPr>
      <dsp:spPr>
        <a:xfrm rot="5400000">
          <a:off x="1853360" y="136288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600" kern="1200"/>
        </a:p>
      </dsp:txBody>
      <dsp:txXfrm rot="-5400000">
        <a:off x="2265659" y="323004"/>
        <a:ext cx="1230989" cy="1414929"/>
      </dsp:txXfrm>
    </dsp:sp>
    <dsp:sp modelId="{5F1717A7-C490-4015-A64F-35D8342C811F}">
      <dsp:nvSpPr>
        <dsp:cNvPr id="0" name=""/>
        <dsp:cNvSpPr/>
      </dsp:nvSpPr>
      <dsp:spPr>
        <a:xfrm rot="5400000">
          <a:off x="2854558" y="1869950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04.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HOME PAGE</a:t>
          </a:r>
          <a:endParaRPr lang="en-IN" sz="1300" b="1" kern="1200" dirty="0"/>
        </a:p>
      </dsp:txBody>
      <dsp:txXfrm rot="-5400000">
        <a:off x="3266857" y="2056666"/>
        <a:ext cx="1230989" cy="1414929"/>
      </dsp:txXfrm>
    </dsp:sp>
    <dsp:sp modelId="{8010EEE1-69C8-4CBB-9A85-C70A9E0861F3}">
      <dsp:nvSpPr>
        <dsp:cNvPr id="0" name=""/>
        <dsp:cNvSpPr/>
      </dsp:nvSpPr>
      <dsp:spPr>
        <a:xfrm>
          <a:off x="654952" y="2158575"/>
          <a:ext cx="2220034" cy="1233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654952" y="2158575"/>
        <a:ext cx="2220034" cy="1233352"/>
      </dsp:txXfrm>
    </dsp:sp>
    <dsp:sp modelId="{D05238B1-C846-4371-9671-2CA131075597}">
      <dsp:nvSpPr>
        <dsp:cNvPr id="0" name=""/>
        <dsp:cNvSpPr/>
      </dsp:nvSpPr>
      <dsp:spPr>
        <a:xfrm rot="5400000">
          <a:off x="4746806" y="1881071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600" kern="1200"/>
        </a:p>
      </dsp:txBody>
      <dsp:txXfrm rot="-5400000">
        <a:off x="5159105" y="2067787"/>
        <a:ext cx="1230989" cy="1414929"/>
      </dsp:txXfrm>
    </dsp:sp>
    <dsp:sp modelId="{5FAF5982-E3D1-42DD-BC67-B331CBC7CC85}">
      <dsp:nvSpPr>
        <dsp:cNvPr id="0" name=""/>
        <dsp:cNvSpPr/>
      </dsp:nvSpPr>
      <dsp:spPr>
        <a:xfrm rot="5400000">
          <a:off x="3784790" y="3625854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07.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TIMING &amp;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GEOGRAPHY</a:t>
          </a:r>
          <a:endParaRPr lang="en-IN" sz="1300" b="1" kern="1200" dirty="0"/>
        </a:p>
      </dsp:txBody>
      <dsp:txXfrm rot="-5400000">
        <a:off x="4197089" y="3812570"/>
        <a:ext cx="1230989" cy="1414929"/>
      </dsp:txXfrm>
    </dsp:sp>
    <dsp:sp modelId="{546E6A31-1AEC-4832-A173-4C40A7102736}">
      <dsp:nvSpPr>
        <dsp:cNvPr id="0" name=""/>
        <dsp:cNvSpPr/>
      </dsp:nvSpPr>
      <dsp:spPr>
        <a:xfrm>
          <a:off x="5761033" y="3903358"/>
          <a:ext cx="2294036" cy="1233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>
        <a:off x="5761033" y="3903358"/>
        <a:ext cx="2294036" cy="1233352"/>
      </dsp:txXfrm>
    </dsp:sp>
    <dsp:sp modelId="{CA391B60-6CA5-4404-88B3-687CF3834BA3}">
      <dsp:nvSpPr>
        <dsp:cNvPr id="0" name=""/>
        <dsp:cNvSpPr/>
      </dsp:nvSpPr>
      <dsp:spPr>
        <a:xfrm rot="5400000">
          <a:off x="1853360" y="3625854"/>
          <a:ext cx="2055587" cy="1788361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600" kern="1200"/>
        </a:p>
      </dsp:txBody>
      <dsp:txXfrm rot="-5400000">
        <a:off x="2265659" y="3812570"/>
        <a:ext cx="1230989" cy="1414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38B0D-BD01-4C6E-B91F-265E0D15A880}">
      <dsp:nvSpPr>
        <dsp:cNvPr id="0" name=""/>
        <dsp:cNvSpPr/>
      </dsp:nvSpPr>
      <dsp:spPr>
        <a:xfrm rot="5400000">
          <a:off x="219431" y="2169076"/>
          <a:ext cx="819044" cy="93245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9ADDF-C711-4197-8230-5AF692E02968}">
      <dsp:nvSpPr>
        <dsp:cNvPr id="0" name=""/>
        <dsp:cNvSpPr/>
      </dsp:nvSpPr>
      <dsp:spPr>
        <a:xfrm>
          <a:off x="2434" y="1261149"/>
          <a:ext cx="1378788" cy="9651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Data Collection</a:t>
          </a:r>
          <a:endParaRPr lang="en-IN" sz="2000" kern="1200" dirty="0"/>
        </a:p>
      </dsp:txBody>
      <dsp:txXfrm>
        <a:off x="49555" y="1308270"/>
        <a:ext cx="1284546" cy="870864"/>
      </dsp:txXfrm>
    </dsp:sp>
    <dsp:sp modelId="{FF950E4B-800F-4071-903E-30E6552CEE6D}">
      <dsp:nvSpPr>
        <dsp:cNvPr id="0" name=""/>
        <dsp:cNvSpPr/>
      </dsp:nvSpPr>
      <dsp:spPr>
        <a:xfrm>
          <a:off x="1453875" y="1287881"/>
          <a:ext cx="2372783" cy="780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 smtClean="0"/>
            <a:t>Kaggle,Codalab</a:t>
          </a:r>
          <a:r>
            <a:rPr lang="en-US" sz="1600" kern="1200" dirty="0" smtClean="0"/>
            <a:t> and some are synthetic data</a:t>
          </a:r>
          <a:endParaRPr lang="en-IN" sz="1600" kern="1200" dirty="0"/>
        </a:p>
      </dsp:txBody>
      <dsp:txXfrm>
        <a:off x="1453875" y="1287881"/>
        <a:ext cx="2372783" cy="780042"/>
      </dsp:txXfrm>
    </dsp:sp>
    <dsp:sp modelId="{6606E482-3ADF-42D5-969E-157642420A8D}">
      <dsp:nvSpPr>
        <dsp:cNvPr id="0" name=""/>
        <dsp:cNvSpPr/>
      </dsp:nvSpPr>
      <dsp:spPr>
        <a:xfrm rot="5400000">
          <a:off x="1691389" y="3253209"/>
          <a:ext cx="819044" cy="93245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57F8A-236F-4BE7-8F67-3CEAFEB7BFF0}">
      <dsp:nvSpPr>
        <dsp:cNvPr id="0" name=""/>
        <dsp:cNvSpPr/>
      </dsp:nvSpPr>
      <dsp:spPr>
        <a:xfrm>
          <a:off x="1474392" y="2345283"/>
          <a:ext cx="1378788" cy="9651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kern="1200"/>
        </a:p>
      </dsp:txBody>
      <dsp:txXfrm>
        <a:off x="1521513" y="2392404"/>
        <a:ext cx="1284546" cy="870864"/>
      </dsp:txXfrm>
    </dsp:sp>
    <dsp:sp modelId="{F600D8D1-667D-422F-A6D0-0B141BAA90F3}">
      <dsp:nvSpPr>
        <dsp:cNvPr id="0" name=""/>
        <dsp:cNvSpPr/>
      </dsp:nvSpPr>
      <dsp:spPr>
        <a:xfrm>
          <a:off x="2853180" y="2437327"/>
          <a:ext cx="1002799" cy="780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1600" kern="1200"/>
        </a:p>
      </dsp:txBody>
      <dsp:txXfrm>
        <a:off x="2853180" y="2437327"/>
        <a:ext cx="1002799" cy="780042"/>
      </dsp:txXfrm>
    </dsp:sp>
    <dsp:sp modelId="{FBB1AE8E-12E0-4E8B-B10C-838BE86E760A}">
      <dsp:nvSpPr>
        <dsp:cNvPr id="0" name=""/>
        <dsp:cNvSpPr/>
      </dsp:nvSpPr>
      <dsp:spPr>
        <a:xfrm>
          <a:off x="2946350" y="3429416"/>
          <a:ext cx="1378788" cy="9651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kern="1200"/>
        </a:p>
      </dsp:txBody>
      <dsp:txXfrm>
        <a:off x="2993471" y="3476537"/>
        <a:ext cx="1284546" cy="870864"/>
      </dsp:txXfrm>
    </dsp:sp>
    <dsp:sp modelId="{4F3457E8-F5E2-4D58-B408-7273C52F4C94}">
      <dsp:nvSpPr>
        <dsp:cNvPr id="0" name=""/>
        <dsp:cNvSpPr/>
      </dsp:nvSpPr>
      <dsp:spPr>
        <a:xfrm>
          <a:off x="4325138" y="3521461"/>
          <a:ext cx="1002799" cy="780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1900" kern="1200"/>
        </a:p>
      </dsp:txBody>
      <dsp:txXfrm>
        <a:off x="4325138" y="3521461"/>
        <a:ext cx="1002799" cy="7800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38B0D-BD01-4C6E-B91F-265E0D15A880}">
      <dsp:nvSpPr>
        <dsp:cNvPr id="0" name=""/>
        <dsp:cNvSpPr/>
      </dsp:nvSpPr>
      <dsp:spPr>
        <a:xfrm rot="5400000">
          <a:off x="549406" y="1077210"/>
          <a:ext cx="952699" cy="10846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9ADDF-C711-4197-8230-5AF692E02968}">
      <dsp:nvSpPr>
        <dsp:cNvPr id="0" name=""/>
        <dsp:cNvSpPr/>
      </dsp:nvSpPr>
      <dsp:spPr>
        <a:xfrm>
          <a:off x="296998" y="21123"/>
          <a:ext cx="1603785" cy="11225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Data Collection</a:t>
          </a:r>
          <a:endParaRPr lang="en-IN" sz="2400" kern="1200" dirty="0"/>
        </a:p>
      </dsp:txBody>
      <dsp:txXfrm>
        <a:off x="351809" y="75934"/>
        <a:ext cx="1494163" cy="1012975"/>
      </dsp:txXfrm>
    </dsp:sp>
    <dsp:sp modelId="{FF950E4B-800F-4071-903E-30E6552CEE6D}">
      <dsp:nvSpPr>
        <dsp:cNvPr id="0" name=""/>
        <dsp:cNvSpPr/>
      </dsp:nvSpPr>
      <dsp:spPr>
        <a:xfrm>
          <a:off x="2026771" y="0"/>
          <a:ext cx="3348128" cy="907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Kaggle</a:t>
          </a: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 , </a:t>
          </a:r>
          <a:r>
            <a:rPr lang="en-US" sz="1700" kern="12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Codalab</a:t>
          </a: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 and some data’s are synthetic data’s.</a:t>
          </a:r>
          <a:endParaRPr lang="en-IN" sz="1700" kern="1200" dirty="0">
            <a:solidFill>
              <a:schemeClr val="bg1"/>
            </a:solidFill>
            <a:latin typeface="Californian FB" panose="0207040306080B030204" pitchFamily="18" charset="0"/>
          </a:endParaRPr>
        </a:p>
      </dsp:txBody>
      <dsp:txXfrm>
        <a:off x="2026771" y="0"/>
        <a:ext cx="3348128" cy="907333"/>
      </dsp:txXfrm>
    </dsp:sp>
    <dsp:sp modelId="{6606E482-3ADF-42D5-969E-157642420A8D}">
      <dsp:nvSpPr>
        <dsp:cNvPr id="0" name=""/>
        <dsp:cNvSpPr/>
      </dsp:nvSpPr>
      <dsp:spPr>
        <a:xfrm rot="5400000">
          <a:off x="2402720" y="2338258"/>
          <a:ext cx="952699" cy="10846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57F8A-236F-4BE7-8F67-3CEAFEB7BFF0}">
      <dsp:nvSpPr>
        <dsp:cNvPr id="0" name=""/>
        <dsp:cNvSpPr/>
      </dsp:nvSpPr>
      <dsp:spPr>
        <a:xfrm>
          <a:off x="2150312" y="1282171"/>
          <a:ext cx="1603785" cy="11225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Data Cleaning</a:t>
          </a:r>
          <a:endParaRPr lang="en-IN" sz="2400" kern="1200" dirty="0"/>
        </a:p>
      </dsp:txBody>
      <dsp:txXfrm>
        <a:off x="2205123" y="1336982"/>
        <a:ext cx="1494163" cy="1012975"/>
      </dsp:txXfrm>
    </dsp:sp>
    <dsp:sp modelId="{F600D8D1-667D-422F-A6D0-0B141BAA90F3}">
      <dsp:nvSpPr>
        <dsp:cNvPr id="0" name=""/>
        <dsp:cNvSpPr/>
      </dsp:nvSpPr>
      <dsp:spPr>
        <a:xfrm>
          <a:off x="3797688" y="1485250"/>
          <a:ext cx="1780152" cy="680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1500 &gt;&gt;&gt;1200 ROWS</a:t>
          </a:r>
          <a:endParaRPr lang="en-IN" sz="16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40&gt;&gt;&gt;31 COLUMNS</a:t>
          </a:r>
          <a:endParaRPr lang="en-IN" sz="16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1600" kern="1200" dirty="0">
            <a:solidFill>
              <a:schemeClr val="bg1"/>
            </a:solidFill>
            <a:latin typeface="Californian FB" panose="0207040306080B030204" pitchFamily="18" charset="0"/>
          </a:endParaRPr>
        </a:p>
      </dsp:txBody>
      <dsp:txXfrm>
        <a:off x="3797688" y="1485250"/>
        <a:ext cx="1780152" cy="680263"/>
      </dsp:txXfrm>
    </dsp:sp>
    <dsp:sp modelId="{596B4760-FD9E-4CA4-BCAF-E57ECE18DBE5}">
      <dsp:nvSpPr>
        <dsp:cNvPr id="0" name=""/>
        <dsp:cNvSpPr/>
      </dsp:nvSpPr>
      <dsp:spPr>
        <a:xfrm>
          <a:off x="4003626" y="2543219"/>
          <a:ext cx="1603785" cy="11225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400" kern="1200"/>
        </a:p>
      </dsp:txBody>
      <dsp:txXfrm>
        <a:off x="4058437" y="2598030"/>
        <a:ext cx="1494163" cy="10129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38B0D-BD01-4C6E-B91F-265E0D15A880}">
      <dsp:nvSpPr>
        <dsp:cNvPr id="0" name=""/>
        <dsp:cNvSpPr/>
      </dsp:nvSpPr>
      <dsp:spPr>
        <a:xfrm rot="5400000">
          <a:off x="272458" y="1452634"/>
          <a:ext cx="1019891" cy="116111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9ADDF-C711-4197-8230-5AF692E02968}">
      <dsp:nvSpPr>
        <dsp:cNvPr id="0" name=""/>
        <dsp:cNvSpPr/>
      </dsp:nvSpPr>
      <dsp:spPr>
        <a:xfrm>
          <a:off x="0" y="307882"/>
          <a:ext cx="1716897" cy="12017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Integration</a:t>
          </a:r>
          <a:endParaRPr lang="en-IN" sz="2200" kern="1200" dirty="0"/>
        </a:p>
      </dsp:txBody>
      <dsp:txXfrm>
        <a:off x="58676" y="366558"/>
        <a:ext cx="1599545" cy="1084420"/>
      </dsp:txXfrm>
    </dsp:sp>
    <dsp:sp modelId="{FF950E4B-800F-4071-903E-30E6552CEE6D}">
      <dsp:nvSpPr>
        <dsp:cNvPr id="0" name=""/>
        <dsp:cNvSpPr/>
      </dsp:nvSpPr>
      <dsp:spPr>
        <a:xfrm>
          <a:off x="1809614" y="355351"/>
          <a:ext cx="2954641" cy="971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Data’s are formed in Structure way.</a:t>
          </a:r>
          <a:endParaRPr lang="en-IN" sz="1700" kern="1200" dirty="0">
            <a:solidFill>
              <a:schemeClr val="bg1"/>
            </a:solidFill>
            <a:latin typeface="Californian FB" panose="0207040306080B030204" pitchFamily="18" charset="0"/>
          </a:endParaRPr>
        </a:p>
      </dsp:txBody>
      <dsp:txXfrm>
        <a:off x="1809614" y="355351"/>
        <a:ext cx="2954641" cy="971325"/>
      </dsp:txXfrm>
    </dsp:sp>
    <dsp:sp modelId="{6606E482-3ADF-42D5-969E-157642420A8D}">
      <dsp:nvSpPr>
        <dsp:cNvPr id="0" name=""/>
        <dsp:cNvSpPr/>
      </dsp:nvSpPr>
      <dsp:spPr>
        <a:xfrm rot="5400000">
          <a:off x="2105372" y="2802621"/>
          <a:ext cx="1019891" cy="116111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57F8A-236F-4BE7-8F67-3CEAFEB7BFF0}">
      <dsp:nvSpPr>
        <dsp:cNvPr id="0" name=""/>
        <dsp:cNvSpPr/>
      </dsp:nvSpPr>
      <dsp:spPr>
        <a:xfrm>
          <a:off x="1835163" y="1672050"/>
          <a:ext cx="1716897" cy="12017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ETL</a:t>
          </a:r>
          <a:endParaRPr lang="en-IN" sz="2200" kern="1200" dirty="0"/>
        </a:p>
      </dsp:txBody>
      <dsp:txXfrm>
        <a:off x="1893839" y="1730726"/>
        <a:ext cx="1599545" cy="1084420"/>
      </dsp:txXfrm>
    </dsp:sp>
    <dsp:sp modelId="{F600D8D1-667D-422F-A6D0-0B141BAA90F3}">
      <dsp:nvSpPr>
        <dsp:cNvPr id="0" name=""/>
        <dsp:cNvSpPr/>
      </dsp:nvSpPr>
      <dsp:spPr>
        <a:xfrm>
          <a:off x="3674040" y="1701384"/>
          <a:ext cx="2640229" cy="971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Exttact</a:t>
          </a: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 from Excel</a:t>
          </a:r>
          <a:endParaRPr lang="en-IN" sz="17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Transform for checking</a:t>
          </a:r>
          <a:endParaRPr lang="en-IN" sz="17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And Load into </a:t>
          </a:r>
          <a:r>
            <a:rPr lang="en-US" sz="1700" kern="1200" dirty="0" err="1" smtClean="0">
              <a:solidFill>
                <a:schemeClr val="bg1"/>
              </a:solidFill>
              <a:latin typeface="Californian FB" panose="0207040306080B030204" pitchFamily="18" charset="0"/>
            </a:rPr>
            <a:t>Visulaization</a:t>
          </a:r>
          <a:endParaRPr lang="en-IN" sz="1700" kern="1200" dirty="0">
            <a:solidFill>
              <a:schemeClr val="bg1"/>
            </a:solidFill>
            <a:latin typeface="Californian FB" panose="0207040306080B030204" pitchFamily="18" charset="0"/>
          </a:endParaRPr>
        </a:p>
      </dsp:txBody>
      <dsp:txXfrm>
        <a:off x="3674040" y="1701384"/>
        <a:ext cx="2640229" cy="971325"/>
      </dsp:txXfrm>
    </dsp:sp>
    <dsp:sp modelId="{FBB1AE8E-12E0-4E8B-B10C-838BE86E760A}">
      <dsp:nvSpPr>
        <dsp:cNvPr id="0" name=""/>
        <dsp:cNvSpPr/>
      </dsp:nvSpPr>
      <dsp:spPr>
        <a:xfrm>
          <a:off x="3668077" y="3022037"/>
          <a:ext cx="1716897" cy="120177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Visualization</a:t>
          </a:r>
          <a:endParaRPr lang="en-IN" sz="2200" kern="1200" dirty="0"/>
        </a:p>
      </dsp:txBody>
      <dsp:txXfrm>
        <a:off x="3726753" y="3080713"/>
        <a:ext cx="1599545" cy="1084420"/>
      </dsp:txXfrm>
    </dsp:sp>
    <dsp:sp modelId="{4F3457E8-F5E2-4D58-B408-7273C52F4C94}">
      <dsp:nvSpPr>
        <dsp:cNvPr id="0" name=""/>
        <dsp:cNvSpPr/>
      </dsp:nvSpPr>
      <dsp:spPr>
        <a:xfrm>
          <a:off x="5384974" y="3136654"/>
          <a:ext cx="1248707" cy="971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DAX</a:t>
          </a:r>
          <a:endParaRPr lang="en-IN" sz="15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KPI cards</a:t>
          </a:r>
          <a:endParaRPr lang="en-IN" sz="1500" kern="1200" dirty="0">
            <a:solidFill>
              <a:schemeClr val="bg1"/>
            </a:solidFill>
            <a:latin typeface="Californian FB" panose="0207040306080B0302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>
              <a:solidFill>
                <a:schemeClr val="bg1"/>
              </a:solidFill>
              <a:latin typeface="Californian FB" panose="0207040306080B030204" pitchFamily="18" charset="0"/>
            </a:rPr>
            <a:t>Dashboards</a:t>
          </a:r>
          <a:endParaRPr lang="en-IN" sz="1500" kern="1200" dirty="0">
            <a:solidFill>
              <a:schemeClr val="bg1"/>
            </a:solidFill>
            <a:latin typeface="Californian FB" panose="0207040306080B030204" pitchFamily="18" charset="0"/>
          </a:endParaRPr>
        </a:p>
      </dsp:txBody>
      <dsp:txXfrm>
        <a:off x="5384974" y="3136654"/>
        <a:ext cx="1248707" cy="971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D3A62EC2-9403-4E3F-B9EE-AC16CAC60F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E89550C-613B-478E-B802-C73E62852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9C108-6DA3-45F2-AE7E-50E80854775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4013C7E-277B-477F-B8EF-FBEECB8A1F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6496058-9ECC-48B6-8A85-7E3A3E39E8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ED09B-8056-4B81-BB5B-ECA7E0231E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0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A73B2-5605-4CC4-ADC6-622651651079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D664B-377C-4B68-AF4E-EBDA643118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99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70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064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3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48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51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D664B-377C-4B68-AF4E-EBDA643118D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18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6C4C9A-3960-41CF-A4E9-2A8FB932454B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981E6A2-4656-4CFE-9BF4-39D81EE2CA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06" y="2350914"/>
            <a:ext cx="5669280" cy="1231106"/>
          </a:xfrm>
          <a:noFill/>
          <a:ln>
            <a:solidFill>
              <a:schemeClr val="accent1">
                <a:lumMod val="75000"/>
              </a:schemeClr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Bodoni MT Black" panose="02070A03080606020203" pitchFamily="18" charset="0"/>
              </a:rPr>
              <a:t>WELCOME</a:t>
            </a:r>
            <a:endParaRPr lang="en-US" sz="4400" dirty="0">
              <a:solidFill>
                <a:schemeClr val="tx1"/>
              </a:solidFill>
              <a:latin typeface="Bodoni MT Black" panose="02070A03080606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06" y="3833369"/>
            <a:ext cx="5669280" cy="420368"/>
          </a:xfrm>
        </p:spPr>
        <p:txBody>
          <a:bodyPr>
            <a:normAutofit/>
          </a:bodyPr>
          <a:lstStyle/>
          <a:p>
            <a:r>
              <a:rPr lang="en-US" sz="1400" spc="510" dirty="0" smtClean="0">
                <a:solidFill>
                  <a:schemeClr val="tx1"/>
                </a:solidFill>
              </a:rPr>
              <a:t>TO MY PROJECT PRESENTATION</a:t>
            </a:r>
            <a:endParaRPr lang="en-US" sz="1400" spc="510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291" y="0"/>
            <a:ext cx="6104709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479567"/>
            <a:ext cx="8991600" cy="164592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378823" y="213657"/>
            <a:ext cx="11403873" cy="61694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2090057" y="479566"/>
            <a:ext cx="8307977" cy="1479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272937" y="694327"/>
            <a:ext cx="72238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Bodoni MT Black" panose="02070A03080606020203" pitchFamily="18" charset="0"/>
              </a:rPr>
              <a:t>SOCIAL MEDIA ENGAGEMENT ANALYSIS 2024-2025</a:t>
            </a:r>
            <a:endParaRPr lang="en-IN" sz="3200" dirty="0">
              <a:latin typeface="Bodoni MT Black" panose="02070A030806060202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8979" y="3138454"/>
            <a:ext cx="2017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TOOLS: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EXCEL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DAX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POWERBI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664232" y="2564518"/>
            <a:ext cx="3548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TECHNIQUE’S: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Data collection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Data Cleaning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Data Integration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Extract Transform and Load(ETL)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KPI Cards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Dashboards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6322422" y="2305274"/>
            <a:ext cx="4075612" cy="29820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2368785" y="2353099"/>
            <a:ext cx="2795452" cy="2976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40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-113211" y="0"/>
            <a:ext cx="12318274" cy="6727371"/>
          </a:xfrm>
          <a:prstGeom prst="roundRect">
            <a:avLst/>
          </a:prstGeom>
          <a:solidFill>
            <a:srgbClr val="0008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157356755"/>
              </p:ext>
            </p:extLst>
          </p:nvPr>
        </p:nvGraphicFramePr>
        <p:xfrm>
          <a:off x="1452890" y="588433"/>
          <a:ext cx="8710022" cy="5550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7338430" y="628543"/>
            <a:ext cx="1747506" cy="2008628"/>
            <a:chOff x="3637367" y="95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16" name="Hexagon 15"/>
            <p:cNvSpPr/>
            <p:nvPr/>
          </p:nvSpPr>
          <p:spPr>
            <a:xfrm rot="5400000">
              <a:off x="3506806" y="130656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Hexagon 4"/>
            <p:cNvSpPr/>
            <p:nvPr/>
          </p:nvSpPr>
          <p:spPr>
            <a:xfrm>
              <a:off x="3909687" y="313106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3100" kern="120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452547" y="4124502"/>
            <a:ext cx="1747506" cy="2008628"/>
            <a:chOff x="3637367" y="95"/>
            <a:chExt cx="1747506" cy="2008628"/>
          </a:xfrm>
          <a:scene3d>
            <a:camera prst="orthographicFront"/>
            <a:lightRig rig="flat" dir="t"/>
          </a:scene3d>
        </p:grpSpPr>
        <p:sp>
          <p:nvSpPr>
            <p:cNvPr id="19" name="Hexagon 18"/>
            <p:cNvSpPr/>
            <p:nvPr/>
          </p:nvSpPr>
          <p:spPr>
            <a:xfrm rot="5400000">
              <a:off x="3506806" y="130656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Hexagon 4"/>
            <p:cNvSpPr/>
            <p:nvPr/>
          </p:nvSpPr>
          <p:spPr>
            <a:xfrm>
              <a:off x="3909687" y="313106"/>
              <a:ext cx="1202866" cy="13826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3100" kern="120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55423" y="1071154"/>
            <a:ext cx="1371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01.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PROJECT OVERVIEW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50665" y="1171192"/>
            <a:ext cx="1123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03.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PAGE LAYOTS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2950182"/>
            <a:ext cx="1476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05.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OVERVIEW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52306" y="4483448"/>
            <a:ext cx="11778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06.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  <a:latin typeface="+mj-lt"/>
              </a:rPr>
              <a:t>CONTENT &amp; PLATFORM PERFORMANCE</a:t>
            </a:r>
          </a:p>
          <a:p>
            <a:pPr algn="ctr"/>
            <a:endParaRPr lang="en-US" sz="1200" dirty="0" smtClean="0"/>
          </a:p>
          <a:p>
            <a:pPr algn="ctr"/>
            <a:endParaRPr lang="en-IN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7610750" y="4416658"/>
            <a:ext cx="143110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08.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+mj-lt"/>
              </a:rPr>
              <a:t>AUDIENCE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&amp;</a:t>
            </a:r>
            <a:endParaRPr lang="en-US" sz="1600" b="1" dirty="0" smtClean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1100" b="1" dirty="0" smtClean="0">
                <a:solidFill>
                  <a:schemeClr val="bg1"/>
                </a:solidFill>
                <a:latin typeface="+mj-lt"/>
              </a:rPr>
              <a:t>DEMOGRAPHICS</a:t>
            </a:r>
            <a:endParaRPr lang="en-IN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5576" y="418011"/>
            <a:ext cx="11325497" cy="61264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7-Point Star 33"/>
          <p:cNvSpPr/>
          <p:nvPr/>
        </p:nvSpPr>
        <p:spPr>
          <a:xfrm>
            <a:off x="959031" y="1932928"/>
            <a:ext cx="2272938" cy="2342991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/>
          <p:cNvSpPr txBox="1"/>
          <p:nvPr/>
        </p:nvSpPr>
        <p:spPr>
          <a:xfrm>
            <a:off x="1376858" y="2950181"/>
            <a:ext cx="1437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MODULES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61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AF33C27-9C85-4B30-9AD7-879D48AFE4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D5089DD-882D-4413-B8BF-4798BFD84A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Portfolio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77" y="287382"/>
            <a:ext cx="7166234" cy="62832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b="1" dirty="0" smtClean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PROJECT OVERVIEW: </a:t>
            </a:r>
            <a:endParaRPr lang="en-US" b="1" dirty="0" smtClean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Social </a:t>
            </a:r>
            <a:r>
              <a:rPr lang="en-US" b="1" dirty="0">
                <a:solidFill>
                  <a:schemeClr val="bg1"/>
                </a:solidFill>
                <a:latin typeface="Californian FB" panose="0207040306080B030204" pitchFamily="18" charset="0"/>
              </a:rPr>
              <a:t>Media Engagement Analysis 2024–2025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 is an </a:t>
            </a: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end-</a:t>
            </a:r>
            <a:r>
              <a:rPr lang="en-US" dirty="0" err="1" smtClean="0">
                <a:solidFill>
                  <a:schemeClr val="bg1"/>
                </a:solidFill>
                <a:latin typeface="Californian FB" panose="0207040306080B030204" pitchFamily="18" charset="0"/>
              </a:rPr>
              <a:t>toend</a:t>
            </a: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Power BI analytics project that turns raw social media post data into an interactive business intelligence dashboard</a:t>
            </a: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algn="just"/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How 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much reach and engagement the content is generating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Which platforms deliver the most reach and the highest engagement </a:t>
            </a: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rate.</a:t>
            </a:r>
          </a:p>
          <a:p>
            <a:pPr algn="just"/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Who 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the creators and audience are (gender, age group, occupation, location)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Which Indian states generate the most </a:t>
            </a: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engagement</a:t>
            </a:r>
          </a:p>
          <a:p>
            <a:pPr algn="just"/>
            <a:endParaRPr lang="en-US" dirty="0" smtClean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algn="just"/>
            <a:endParaRPr lang="en-US" dirty="0">
              <a:solidFill>
                <a:schemeClr val="bg1"/>
              </a:solidFill>
              <a:latin typeface="Californian FB" panose="0207040306080B0302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Californian FB" panose="0207040306080B030204" pitchFamily="18" charset="0"/>
              </a:rPr>
              <a:t> The 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final dashboard contains a </a:t>
            </a:r>
            <a:r>
              <a:rPr lang="en-US" b="1" dirty="0">
                <a:solidFill>
                  <a:schemeClr val="bg1"/>
                </a:solidFill>
                <a:latin typeface="Californian FB" panose="0207040306080B030204" pitchFamily="18" charset="0"/>
              </a:rPr>
              <a:t>Home page + 4 analytical pages</a:t>
            </a:r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, connected through interactive navigation.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9777" y="143691"/>
            <a:ext cx="7296863" cy="65575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317" y="0"/>
            <a:ext cx="4657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5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="" xmlns:a16="http://schemas.microsoft.com/office/drawing/2014/main" id="{93F0ADB5-A0B4-4B01-A8C4-FDC34CE22B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044" y="3856760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Investment goals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571948"/>
              </p:ext>
            </p:extLst>
          </p:nvPr>
        </p:nvGraphicFramePr>
        <p:xfrm>
          <a:off x="1057365" y="-730976"/>
          <a:ext cx="5330372" cy="5655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201766"/>
              </p:ext>
            </p:extLst>
          </p:nvPr>
        </p:nvGraphicFramePr>
        <p:xfrm>
          <a:off x="209006" y="169819"/>
          <a:ext cx="5904411" cy="3686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1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2453084"/>
              </p:ext>
            </p:extLst>
          </p:nvPr>
        </p:nvGraphicFramePr>
        <p:xfrm>
          <a:off x="4167052" y="2312126"/>
          <a:ext cx="6635931" cy="4545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543627" y="849086"/>
            <a:ext cx="212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PROCESS</a:t>
            </a:r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5" y="978776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4" name="Picture 3" descr="Hand with pen pointing at financial numbers">
            <a:extLst>
              <a:ext uri="{FF2B5EF4-FFF2-40B4-BE49-F238E27FC236}">
                <a16:creationId xmlns=""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264" y="2638044"/>
            <a:ext cx="4451773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someone@example.com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"/>
            <a:ext cx="12192000" cy="68579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530547"/>
              </p:ext>
            </p:extLst>
          </p:nvPr>
        </p:nvGraphicFramePr>
        <p:xfrm>
          <a:off x="1959428" y="1175656"/>
          <a:ext cx="9052562" cy="540802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526281"/>
                <a:gridCol w="4526281"/>
              </a:tblGrid>
              <a:tr h="9013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PAGE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 smtClean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en-IN" sz="1800" kern="1200" dirty="0" smtClean="0">
                          <a:solidFill>
                            <a:schemeClr val="bg1"/>
                          </a:solidFill>
                          <a:effectLst/>
                        </a:rPr>
                        <a:t>🏠 Home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Branded landing page with navigation to all sections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📊 </a:t>
                      </a:r>
                      <a:r>
                        <a:rPr lang="en-IN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High-level view of posts, reach, and engagement-rate trends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🎯 </a:t>
                      </a:r>
                      <a:r>
                        <a:rPr lang="en-IN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 &amp; Platform Performance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Likes, comments, saves, shares, category and post-type performance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  <a:b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⏰ </a:t>
                      </a: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Timing &amp; Geography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3825" marR="123825" marT="57150" marB="5715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time, day, and month to post; reach by year; gender split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👥 </a:t>
                      </a:r>
                      <a:r>
                        <a:rPr lang="en-IN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Audience Demographics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spent by occupation, age groups, and engagement by state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666565"/>
              </p:ext>
            </p:extLst>
          </p:nvPr>
        </p:nvGraphicFramePr>
        <p:xfrm>
          <a:off x="796834" y="1175659"/>
          <a:ext cx="1142274" cy="543414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42274"/>
              </a:tblGrid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9056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182264" y="1175657"/>
            <a:ext cx="0" cy="546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8274" y="261257"/>
            <a:ext cx="9745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PAGE </a:t>
            </a:r>
            <a:r>
              <a:rPr lang="en-IN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LAY0T’S</a:t>
            </a:r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95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3" name="Rounded Rectangle 2"/>
          <p:cNvSpPr/>
          <p:nvPr/>
        </p:nvSpPr>
        <p:spPr>
          <a:xfrm>
            <a:off x="1528354" y="860262"/>
            <a:ext cx="8477795" cy="7663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836023" y="954354"/>
            <a:ext cx="96926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1. 🏠 HOME PAGE</a:t>
            </a:r>
          </a:p>
          <a:p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2608217" y="2370908"/>
            <a:ext cx="6975566" cy="21161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755572" y="2931799"/>
            <a:ext cx="4754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The Home page is the navigation hub of </a:t>
            </a:r>
            <a:r>
              <a:rPr lang="en-US" sz="2400" dirty="0" smtClean="0">
                <a:solidFill>
                  <a:schemeClr val="bg1"/>
                </a:solidFill>
              </a:rPr>
              <a:t>the dashboard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6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232"/>
            <a:ext cx="12096205" cy="5967767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extBox 3"/>
          <p:cNvSpPr txBox="1"/>
          <p:nvPr/>
        </p:nvSpPr>
        <p:spPr>
          <a:xfrm>
            <a:off x="117566" y="85398"/>
            <a:ext cx="11978639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SCREEN SHOT : HOME PAGE</a:t>
            </a:r>
            <a:endParaRPr lang="en-IN" sz="32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80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5" y="978776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264" y="2638044"/>
            <a:ext cx="4451773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someone@example.com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73002" y="0"/>
            <a:ext cx="1224338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679269" y="141806"/>
            <a:ext cx="10515600" cy="7663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06286" y="165871"/>
            <a:ext cx="8608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2.OVER VIEW</a:t>
            </a:r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9129" y="1212375"/>
            <a:ext cx="3095000" cy="23083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019478" y="1147585"/>
            <a:ext cx="7020904" cy="23498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078965" y="1629176"/>
            <a:ext cx="2940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KPIs: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Posts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Reach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>
                <a:solidFill>
                  <a:schemeClr val="bg1"/>
                </a:solidFill>
              </a:rPr>
              <a:t>Avg</a:t>
            </a:r>
            <a:r>
              <a:rPr lang="en-IN" dirty="0">
                <a:solidFill>
                  <a:schemeClr val="bg1"/>
                </a:solidFill>
              </a:rPr>
              <a:t> Engagement Rate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540" y="1190215"/>
            <a:ext cx="60071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Charts: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Engagement Rate Trend by Monthly </a:t>
            </a:r>
            <a:r>
              <a:rPr lang="en-IN" dirty="0" err="1">
                <a:solidFill>
                  <a:schemeClr val="bg1"/>
                </a:solidFill>
              </a:rPr>
              <a:t>Avg</a:t>
            </a:r>
            <a:r>
              <a:rPr lang="en-IN" dirty="0">
                <a:solidFill>
                  <a:schemeClr val="bg1"/>
                </a:solidFill>
              </a:rPr>
              <a:t>, 2024–2025 — Bar chart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Sum of Reach by Platform — Donut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>
                <a:solidFill>
                  <a:schemeClr val="bg1"/>
                </a:solidFill>
              </a:rPr>
              <a:t>Avg</a:t>
            </a:r>
            <a:r>
              <a:rPr lang="en-IN" dirty="0">
                <a:solidFill>
                  <a:schemeClr val="bg1"/>
                </a:solidFill>
              </a:rPr>
              <a:t> Engagement Rate by Year and Month — Area/Line chart (Jan 2024 – Dec 2025 trend)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55787" y="3705590"/>
            <a:ext cx="10029045" cy="30402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215752" y="3812922"/>
            <a:ext cx="9201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MEASURES</a:t>
            </a:r>
          </a:p>
          <a:p>
            <a:endParaRPr lang="en-IN" dirty="0" smtClean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Total_Posts</a:t>
            </a:r>
            <a:r>
              <a:rPr lang="en-US" dirty="0">
                <a:solidFill>
                  <a:schemeClr val="bg1"/>
                </a:solidFill>
              </a:rPr>
              <a:t> = DISTINCTCOUNT('Engagement System Data'[Post ID])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Total_Reach</a:t>
            </a:r>
            <a:r>
              <a:rPr lang="en-US" dirty="0">
                <a:solidFill>
                  <a:schemeClr val="bg1"/>
                </a:solidFill>
              </a:rPr>
              <a:t> = SUM('Engagement System Data'[Reach])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 err="1">
                <a:solidFill>
                  <a:schemeClr val="bg1"/>
                </a:solidFill>
              </a:rPr>
              <a:t>Avg_Engagement_Rate</a:t>
            </a:r>
            <a:r>
              <a:rPr lang="en-IN" dirty="0">
                <a:solidFill>
                  <a:schemeClr val="bg1"/>
                </a:solidFill>
              </a:rPr>
              <a:t> = AVERAGE('Engagement System Data'[Engagement Rate (%)])</a:t>
            </a:r>
          </a:p>
          <a:p>
            <a:endParaRPr lang="en-IN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89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566" y="85398"/>
            <a:ext cx="11978639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SCREEN SHOT : OVER VIEW</a:t>
            </a:r>
            <a:endParaRPr lang="en-IN" sz="32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4996"/>
            <a:ext cx="12192000" cy="596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93F0ADB5-A0B4-4B01-A8C4-FDC34CE22B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9DE503-F7C2-4A40-83F4-4DE931E7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Need to know</a:t>
            </a:r>
          </a:p>
        </p:txBody>
      </p:sp>
      <p:pic>
        <p:nvPicPr>
          <p:cNvPr id="4" name="Picture 3" descr="Finance trade numbers">
            <a:extLst>
              <a:ext uri="{FF2B5EF4-FFF2-40B4-BE49-F238E27FC236}">
                <a16:creationId xmlns="" xmlns:a16="http://schemas.microsoft.com/office/drawing/2014/main" id="{32F354A1-38C7-4598-A0E1-7A286A3019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8891" y="0"/>
            <a:ext cx="4733108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00148" y="0"/>
            <a:ext cx="121919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679269" y="71192"/>
            <a:ext cx="10515600" cy="9477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240971" y="242815"/>
            <a:ext cx="9666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3.🎯 CONTENT &amp; PLATFORM PERFORMANCE</a:t>
            </a:r>
            <a:endParaRPr lang="en-IN" sz="2400" b="1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9129" y="1212375"/>
            <a:ext cx="3095000" cy="23083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4317447" y="1212375"/>
            <a:ext cx="7020904" cy="23498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1055787" y="3705590"/>
            <a:ext cx="10410545" cy="30402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1143001" y="1371646"/>
            <a:ext cx="25864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KPIs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Likes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Comments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Saves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Shares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2811" y="1476103"/>
            <a:ext cx="66620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Charts: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Content Category Performance by </a:t>
            </a:r>
            <a:r>
              <a:rPr lang="en-IN" dirty="0" err="1">
                <a:solidFill>
                  <a:schemeClr val="bg1"/>
                </a:solidFill>
              </a:rPr>
              <a:t>Avg</a:t>
            </a:r>
            <a:r>
              <a:rPr lang="en-IN" dirty="0">
                <a:solidFill>
                  <a:schemeClr val="bg1"/>
                </a:solidFill>
              </a:rPr>
              <a:t> Engagement Rate — Horizontal Bar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Top 10 Platform × Post Type, Ranked by Post Count — </a:t>
            </a:r>
            <a:r>
              <a:rPr lang="en-IN" dirty="0" err="1">
                <a:solidFill>
                  <a:schemeClr val="bg1"/>
                </a:solidFill>
              </a:rPr>
              <a:t>Treemap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Content Funnel: Impressions → Reach → Total Engagement → Saves — Funnel (100% → 0.3% drop-off)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32857" y="3832600"/>
            <a:ext cx="87259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MEASURES: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Total </a:t>
            </a:r>
            <a:r>
              <a:rPr lang="en-US" dirty="0">
                <a:solidFill>
                  <a:schemeClr val="bg1"/>
                </a:solidFill>
              </a:rPr>
              <a:t>Likes = SUM('Final Dataset'[Likes])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Total Comments = SUM('Final Dataset'[Comments])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bg1"/>
                </a:solidFill>
              </a:rPr>
              <a:t>Total Saves = SUM('Final Dataset'[Saves])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Shares = SUM('Final Dataset'[Shares])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31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566" y="85398"/>
            <a:ext cx="11978639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SCREEN SHOT : </a:t>
            </a:r>
            <a:r>
              <a:rPr lang="en-IN" sz="28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CONTENT &amp; PLATFORM PERFORMANCE</a:t>
            </a:r>
          </a:p>
          <a:p>
            <a:pPr algn="ctr"/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971"/>
            <a:ext cx="12192000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3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93F0ADB5-A0B4-4B01-A8C4-FDC34CE22B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9DE503-F7C2-4A40-83F4-4DE931E7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Need to know</a:t>
            </a:r>
          </a:p>
        </p:txBody>
      </p:sp>
      <p:pic>
        <p:nvPicPr>
          <p:cNvPr id="4" name="Picture 3" descr="Finance trade numbers">
            <a:extLst>
              <a:ext uri="{FF2B5EF4-FFF2-40B4-BE49-F238E27FC236}">
                <a16:creationId xmlns="" xmlns:a16="http://schemas.microsoft.com/office/drawing/2014/main" id="{32F354A1-38C7-4598-A0E1-7A286A3019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8891" y="0"/>
            <a:ext cx="4733108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696280" y="65200"/>
            <a:ext cx="10515600" cy="67475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49503" y="831519"/>
            <a:ext cx="3711432" cy="23083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694065" y="908302"/>
            <a:ext cx="6701038" cy="21735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801335" y="3239912"/>
            <a:ext cx="10410545" cy="34903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1063" y="107793"/>
            <a:ext cx="75242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4.TIMING</a:t>
            </a:r>
            <a:r>
              <a:rPr lang="en-IN" sz="16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  </a:t>
            </a:r>
            <a:r>
              <a:rPr lang="en-IN" sz="24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&amp;</a:t>
            </a:r>
            <a:r>
              <a:rPr lang="en-IN" sz="16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  </a:t>
            </a:r>
            <a:r>
              <a:rPr lang="en-IN" sz="24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GEOGRAPHY</a:t>
            </a:r>
            <a:endParaRPr lang="en-IN" sz="2400" dirty="0">
              <a:latin typeface="Bodoni MT Black" panose="02070A030806060202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3231" y="931588"/>
            <a:ext cx="3363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KPIs</a:t>
            </a:r>
            <a:r>
              <a:rPr lang="en-US" b="1" dirty="0" smtClean="0">
                <a:solidFill>
                  <a:schemeClr val="bg1"/>
                </a:solidFill>
                <a:latin typeface="+mj-lt"/>
              </a:rPr>
              <a:t>:</a:t>
            </a:r>
          </a:p>
          <a:p>
            <a:endParaRPr lang="en-US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</a:rPr>
              <a:t>Best Time Slot — Evening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</a:rPr>
              <a:t>Best Day — Wednesday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</a:rPr>
              <a:t>Best Performing Month — January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</a:rPr>
              <a:t>Best Performing Year — 2024</a:t>
            </a:r>
          </a:p>
          <a:p>
            <a:endParaRPr lang="en-US" dirty="0">
              <a:solidFill>
                <a:schemeClr val="bg1"/>
              </a:solidFill>
              <a:latin typeface="+mj-lt"/>
            </a:endParaRPr>
          </a:p>
          <a:p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42051" y="1050554"/>
            <a:ext cx="6453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Charts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Day of Week × Post Time (Afternoon/Evening/Morning/Night) — Matrix with row/column totals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Total Reach by Year — Bar chart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Total Users by Creator Gender — Donut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9816" y="3358253"/>
            <a:ext cx="977332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solidFill>
                  <a:schemeClr val="bg1"/>
                </a:solidFill>
              </a:rPr>
              <a:t>MEASURES:</a:t>
            </a:r>
          </a:p>
          <a:p>
            <a:endParaRPr lang="en-IN" sz="1600" b="1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 smtClean="0">
                <a:solidFill>
                  <a:schemeClr val="bg1"/>
                </a:solidFill>
              </a:rPr>
              <a:t>Best </a:t>
            </a:r>
            <a:r>
              <a:rPr lang="en-IN" sz="1500" b="1" dirty="0">
                <a:solidFill>
                  <a:schemeClr val="bg1"/>
                </a:solidFill>
              </a:rPr>
              <a:t>Time = </a:t>
            </a:r>
            <a:r>
              <a:rPr lang="en-IN" sz="1500" dirty="0" smtClean="0">
                <a:solidFill>
                  <a:schemeClr val="bg1"/>
                </a:solidFill>
              </a:rPr>
              <a:t>VAR </a:t>
            </a:r>
            <a:r>
              <a:rPr lang="en-IN" sz="1500" dirty="0">
                <a:solidFill>
                  <a:schemeClr val="bg1"/>
                </a:solidFill>
              </a:rPr>
              <a:t>_t = ADDCOLUMNS(VALUES('Final Dataset'[Post Time]), "@</a:t>
            </a:r>
            <a:r>
              <a:rPr lang="en-IN" sz="1500" dirty="0" err="1">
                <a:solidFill>
                  <a:schemeClr val="bg1"/>
                </a:solidFill>
              </a:rPr>
              <a:t>AvgER</a:t>
            </a:r>
            <a:r>
              <a:rPr lang="en-IN" sz="1500" dirty="0">
                <a:solidFill>
                  <a:schemeClr val="bg1"/>
                </a:solidFill>
              </a:rPr>
              <a:t>", CALCULATE(AVERAGE('Final Dataset'[Engagement Rate </a:t>
            </a:r>
            <a:r>
              <a:rPr lang="en-IN" sz="1500" dirty="0" smtClean="0">
                <a:solidFill>
                  <a:schemeClr val="bg1"/>
                </a:solidFill>
              </a:rPr>
              <a:t>(%)]))) VAR </a:t>
            </a:r>
            <a:r>
              <a:rPr lang="en-IN" sz="1500" dirty="0">
                <a:solidFill>
                  <a:schemeClr val="bg1"/>
                </a:solidFill>
              </a:rPr>
              <a:t>_top = TOPN(1, _t, [@</a:t>
            </a:r>
            <a:r>
              <a:rPr lang="en-IN" sz="1500" dirty="0" err="1">
                <a:solidFill>
                  <a:schemeClr val="bg1"/>
                </a:solidFill>
              </a:rPr>
              <a:t>AvgER</a:t>
            </a:r>
            <a:r>
              <a:rPr lang="en-IN" sz="1500" dirty="0">
                <a:solidFill>
                  <a:schemeClr val="bg1"/>
                </a:solidFill>
              </a:rPr>
              <a:t>], </a:t>
            </a:r>
            <a:r>
              <a:rPr lang="en-IN" sz="1500" dirty="0" smtClean="0">
                <a:solidFill>
                  <a:schemeClr val="bg1"/>
                </a:solidFill>
              </a:rPr>
              <a:t>DESC</a:t>
            </a:r>
          </a:p>
          <a:p>
            <a:r>
              <a:rPr lang="en-IN" sz="1500" dirty="0" smtClean="0">
                <a:solidFill>
                  <a:schemeClr val="bg1"/>
                </a:solidFill>
              </a:rPr>
              <a:t>     RETURN </a:t>
            </a:r>
            <a:r>
              <a:rPr lang="en-IN" sz="1500" dirty="0">
                <a:solidFill>
                  <a:schemeClr val="bg1"/>
                </a:solidFill>
              </a:rPr>
              <a:t>CONCATENATEX(_top, 'Final Dataset'[Post Time], ", </a:t>
            </a:r>
            <a:r>
              <a:rPr lang="en-IN" sz="1500" dirty="0" smtClean="0">
                <a:solidFill>
                  <a:schemeClr val="bg1"/>
                </a:solidFill>
              </a:rPr>
              <a:t>")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 smtClean="0">
                <a:solidFill>
                  <a:schemeClr val="bg1"/>
                </a:solidFill>
              </a:rPr>
              <a:t>Best </a:t>
            </a:r>
            <a:r>
              <a:rPr lang="en-IN" sz="1500" b="1" dirty="0">
                <a:solidFill>
                  <a:schemeClr val="bg1"/>
                </a:solidFill>
              </a:rPr>
              <a:t>Day = </a:t>
            </a:r>
            <a:r>
              <a:rPr lang="en-IN" sz="1500" dirty="0" smtClean="0">
                <a:solidFill>
                  <a:schemeClr val="bg1"/>
                </a:solidFill>
              </a:rPr>
              <a:t>VAR </a:t>
            </a:r>
            <a:r>
              <a:rPr lang="en-IN" sz="1500" dirty="0">
                <a:solidFill>
                  <a:schemeClr val="bg1"/>
                </a:solidFill>
              </a:rPr>
              <a:t>_t = ADDCOLUMNS(VALUES('Final Dataset'[Day of Week]), "@</a:t>
            </a:r>
            <a:r>
              <a:rPr lang="en-IN" sz="1500" dirty="0" err="1">
                <a:solidFill>
                  <a:schemeClr val="bg1"/>
                </a:solidFill>
              </a:rPr>
              <a:t>AvgER</a:t>
            </a:r>
            <a:r>
              <a:rPr lang="en-IN" sz="1500" dirty="0">
                <a:solidFill>
                  <a:schemeClr val="bg1"/>
                </a:solidFill>
              </a:rPr>
              <a:t>", CALCULATE(AVERAGE('Final Dataset'[Engagement Rate </a:t>
            </a:r>
            <a:r>
              <a:rPr lang="en-IN" sz="1500" dirty="0" smtClean="0">
                <a:solidFill>
                  <a:schemeClr val="bg1"/>
                </a:solidFill>
              </a:rPr>
              <a:t>(%)])))  VAR </a:t>
            </a:r>
            <a:r>
              <a:rPr lang="en-IN" sz="1500" dirty="0">
                <a:solidFill>
                  <a:schemeClr val="bg1"/>
                </a:solidFill>
              </a:rPr>
              <a:t>_top = TOPN(1, _t, [@</a:t>
            </a:r>
            <a:r>
              <a:rPr lang="en-IN" sz="1500" dirty="0" err="1">
                <a:solidFill>
                  <a:schemeClr val="bg1"/>
                </a:solidFill>
              </a:rPr>
              <a:t>AvgER</a:t>
            </a:r>
            <a:r>
              <a:rPr lang="en-IN" sz="1500" dirty="0">
                <a:solidFill>
                  <a:schemeClr val="bg1"/>
                </a:solidFill>
              </a:rPr>
              <a:t>], DESC)</a:t>
            </a:r>
          </a:p>
          <a:p>
            <a:r>
              <a:rPr lang="en-IN" sz="1500" dirty="0" smtClean="0">
                <a:solidFill>
                  <a:schemeClr val="bg1"/>
                </a:solidFill>
              </a:rPr>
              <a:t>     RETURN </a:t>
            </a:r>
            <a:r>
              <a:rPr lang="en-IN" sz="1500" dirty="0">
                <a:solidFill>
                  <a:schemeClr val="bg1"/>
                </a:solidFill>
              </a:rPr>
              <a:t>CONCATENATEX(_top, 'Final Dataset'[Day of Week], ", ")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bg1"/>
                </a:solidFill>
              </a:rPr>
              <a:t>Best performing year </a:t>
            </a:r>
            <a:r>
              <a:rPr lang="en-IN" sz="1500" dirty="0">
                <a:solidFill>
                  <a:schemeClr val="bg1"/>
                </a:solidFill>
              </a:rPr>
              <a:t>= </a:t>
            </a:r>
            <a:r>
              <a:rPr lang="en-IN" sz="1500" dirty="0" err="1">
                <a:solidFill>
                  <a:schemeClr val="bg1"/>
                </a:solidFill>
              </a:rPr>
              <a:t>var</a:t>
            </a:r>
            <a:r>
              <a:rPr lang="en-IN" sz="1500" dirty="0">
                <a:solidFill>
                  <a:schemeClr val="bg1"/>
                </a:solidFill>
              </a:rPr>
              <a:t> _t </a:t>
            </a:r>
            <a:r>
              <a:rPr lang="en-IN" sz="1500" dirty="0" smtClean="0">
                <a:solidFill>
                  <a:schemeClr val="bg1"/>
                </a:solidFill>
              </a:rPr>
              <a:t>= </a:t>
            </a:r>
            <a:r>
              <a:rPr lang="en-IN" sz="1500" dirty="0" err="1" smtClean="0">
                <a:solidFill>
                  <a:schemeClr val="bg1"/>
                </a:solidFill>
              </a:rPr>
              <a:t>addcolumns</a:t>
            </a:r>
            <a:r>
              <a:rPr lang="en-IN" sz="1500" dirty="0" smtClean="0">
                <a:solidFill>
                  <a:schemeClr val="bg1"/>
                </a:solidFill>
              </a:rPr>
              <a:t>(values</a:t>
            </a:r>
            <a:r>
              <a:rPr lang="en-IN" sz="1500" dirty="0">
                <a:solidFill>
                  <a:schemeClr val="bg1"/>
                </a:solidFill>
              </a:rPr>
              <a:t>('final dataset'[post year</a:t>
            </a:r>
            <a:r>
              <a:rPr lang="en-IN" sz="1500" dirty="0" smtClean="0">
                <a:solidFill>
                  <a:schemeClr val="bg1"/>
                </a:solidFill>
              </a:rPr>
              <a:t>]),"@</a:t>
            </a:r>
            <a:r>
              <a:rPr lang="en-IN" sz="1500" dirty="0">
                <a:solidFill>
                  <a:schemeClr val="bg1"/>
                </a:solidFill>
              </a:rPr>
              <a:t>engagement", calculate(sum('final dataset'[total engagement</a:t>
            </a:r>
            <a:r>
              <a:rPr lang="en-IN" sz="1500" dirty="0" smtClean="0">
                <a:solidFill>
                  <a:schemeClr val="bg1"/>
                </a:solidFill>
              </a:rPr>
              <a:t>])) )</a:t>
            </a:r>
            <a:r>
              <a:rPr lang="en-IN" sz="1500" dirty="0" err="1" smtClean="0">
                <a:solidFill>
                  <a:schemeClr val="bg1"/>
                </a:solidFill>
              </a:rPr>
              <a:t>var</a:t>
            </a:r>
            <a:r>
              <a:rPr lang="en-IN" sz="1500" dirty="0" smtClean="0">
                <a:solidFill>
                  <a:schemeClr val="bg1"/>
                </a:solidFill>
              </a:rPr>
              <a:t> _top = </a:t>
            </a:r>
            <a:r>
              <a:rPr lang="en-IN" sz="1500" dirty="0" err="1" smtClean="0">
                <a:solidFill>
                  <a:schemeClr val="bg1"/>
                </a:solidFill>
              </a:rPr>
              <a:t>topn</a:t>
            </a:r>
            <a:r>
              <a:rPr lang="en-IN" sz="1500" dirty="0" smtClean="0">
                <a:solidFill>
                  <a:schemeClr val="bg1"/>
                </a:solidFill>
              </a:rPr>
              <a:t>(1, _t, [@engagement], </a:t>
            </a:r>
            <a:r>
              <a:rPr lang="en-IN" sz="1500" dirty="0" err="1" smtClean="0">
                <a:solidFill>
                  <a:schemeClr val="bg1"/>
                </a:solidFill>
              </a:rPr>
              <a:t>desc</a:t>
            </a:r>
            <a:r>
              <a:rPr lang="en-IN" sz="1500" dirty="0" smtClean="0">
                <a:solidFill>
                  <a:schemeClr val="bg1"/>
                </a:solidFill>
              </a:rPr>
              <a:t>)</a:t>
            </a:r>
            <a:r>
              <a:rPr lang="en-IN" sz="1500" dirty="0" err="1" smtClean="0">
                <a:solidFill>
                  <a:schemeClr val="bg1"/>
                </a:solidFill>
              </a:rPr>
              <a:t>returnconcatenatex</a:t>
            </a:r>
            <a:r>
              <a:rPr lang="en-IN" sz="1500" dirty="0">
                <a:solidFill>
                  <a:schemeClr val="bg1"/>
                </a:solidFill>
              </a:rPr>
              <a:t>(_top, 'final dataset'[post year], ", </a:t>
            </a:r>
            <a:r>
              <a:rPr lang="en-IN" sz="1500" dirty="0" smtClean="0">
                <a:solidFill>
                  <a:schemeClr val="bg1"/>
                </a:solidFill>
              </a:rPr>
              <a:t>")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bg1"/>
                </a:solidFill>
              </a:rPr>
              <a:t>Best Performing Month </a:t>
            </a:r>
            <a:r>
              <a:rPr lang="en-IN" sz="1500" b="1" dirty="0" smtClean="0">
                <a:solidFill>
                  <a:schemeClr val="bg1"/>
                </a:solidFill>
              </a:rPr>
              <a:t>=</a:t>
            </a:r>
            <a:r>
              <a:rPr lang="en-IN" sz="1500" dirty="0" smtClean="0">
                <a:solidFill>
                  <a:schemeClr val="bg1"/>
                </a:solidFill>
              </a:rPr>
              <a:t> </a:t>
            </a:r>
            <a:r>
              <a:rPr lang="en-IN" sz="1500" dirty="0">
                <a:solidFill>
                  <a:schemeClr val="bg1"/>
                </a:solidFill>
              </a:rPr>
              <a:t>VAR _t =</a:t>
            </a:r>
            <a:r>
              <a:rPr lang="en-IN" sz="1500" dirty="0" smtClean="0">
                <a:solidFill>
                  <a:schemeClr val="bg1"/>
                </a:solidFill>
              </a:rPr>
              <a:t>ADDCOLUMNS(VALUES</a:t>
            </a:r>
            <a:r>
              <a:rPr lang="en-IN" sz="1500" dirty="0">
                <a:solidFill>
                  <a:schemeClr val="bg1"/>
                </a:solidFill>
              </a:rPr>
              <a:t>('Final Dataset'[Post Month Name]),"@Engagement", CALCULATE(SUM('Final Dataset'[Total Engagement</a:t>
            </a:r>
            <a:r>
              <a:rPr lang="en-IN" sz="1500" dirty="0" smtClean="0">
                <a:solidFill>
                  <a:schemeClr val="bg1"/>
                </a:solidFill>
              </a:rPr>
              <a:t>])))VAR </a:t>
            </a:r>
            <a:r>
              <a:rPr lang="en-IN" sz="1500" dirty="0">
                <a:solidFill>
                  <a:schemeClr val="bg1"/>
                </a:solidFill>
              </a:rPr>
              <a:t>_top = TOPN(1, _t, [@Engagement], </a:t>
            </a:r>
            <a:r>
              <a:rPr lang="en-IN" sz="1500" dirty="0" smtClean="0">
                <a:solidFill>
                  <a:schemeClr val="bg1"/>
                </a:solidFill>
              </a:rPr>
              <a:t>DESC)RETURNCONCATENATEX</a:t>
            </a:r>
            <a:r>
              <a:rPr lang="en-IN" sz="1500" dirty="0">
                <a:solidFill>
                  <a:schemeClr val="bg1"/>
                </a:solidFill>
              </a:rPr>
              <a:t>(_top, 'Final Dataset'[Post Month Name], ", ")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5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5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5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7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566" y="85398"/>
            <a:ext cx="11978639" cy="113877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SCREEN SHOT :</a:t>
            </a:r>
            <a:r>
              <a:rPr lang="en-IN" sz="36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 </a:t>
            </a:r>
            <a:r>
              <a:rPr lang="en-IN" sz="36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TIMING</a:t>
            </a:r>
            <a:r>
              <a:rPr lang="en-IN" sz="20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  </a:t>
            </a:r>
            <a:r>
              <a:rPr lang="en-IN" sz="32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&amp;</a:t>
            </a:r>
            <a:r>
              <a:rPr lang="en-IN" sz="20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  </a:t>
            </a:r>
            <a:r>
              <a:rPr lang="en-IN" sz="32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GEOGRAPHY</a:t>
            </a:r>
            <a:endParaRPr lang="en-IN" sz="3200" dirty="0">
              <a:latin typeface="Bodoni MT Black" panose="02070A03080606020203" pitchFamily="18" charset="0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 </a:t>
            </a:r>
            <a:endParaRPr lang="en-IN" sz="32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3589"/>
            <a:ext cx="12192000" cy="590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8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1772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645958"/>
            <a:ext cx="10515600" cy="9477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1227908" y="2239627"/>
            <a:ext cx="9692641" cy="39652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92777" y="914400"/>
            <a:ext cx="9313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5. 👥 </a:t>
            </a:r>
            <a:r>
              <a:rPr lang="en-IN" sz="2400" b="1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AUDIENCE DEMOGRAPHICS</a:t>
            </a:r>
            <a:endParaRPr lang="en-IN" sz="2400" dirty="0" smtClean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endParaRPr lang="en-IN" dirty="0"/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2438581" y="2357193"/>
            <a:ext cx="7314837" cy="31468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Charts: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 smtClean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Creator Daily Time Spent by Creator Occupation — Horizontal Bar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Total Users by Creator Age Group — Donut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Total Engagement by User State — Shape Map (India states, color-coded by engagement intensity)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69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3223"/>
            <a:ext cx="12192000" cy="5564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6" y="85398"/>
            <a:ext cx="11978639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SCREEN SHOT : </a:t>
            </a:r>
            <a:r>
              <a:rPr lang="en-IN" sz="2800" b="1" dirty="0">
                <a:solidFill>
                  <a:schemeClr val="bg1"/>
                </a:solidFill>
                <a:latin typeface="Bodoni MT Black" panose="02070A03080606020203" pitchFamily="18" charset="0"/>
              </a:rPr>
              <a:t>AUDIENCE DEMOGRAPHICS</a:t>
            </a:r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algn="ctr"/>
            <a:r>
              <a:rPr lang="en-US" sz="2800" dirty="0" smtClean="0">
                <a:solidFill>
                  <a:schemeClr val="bg1"/>
                </a:solidFill>
                <a:latin typeface="Bodoni MT Black" panose="02070A03080606020203" pitchFamily="18" charset="0"/>
              </a:rPr>
              <a:t> </a:t>
            </a:r>
            <a:endParaRPr lang="en-IN" sz="2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8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638" y="4767943"/>
            <a:ext cx="4451773" cy="1174991"/>
          </a:xfrm>
          <a:noFill/>
          <a:ln w="31750" cap="sq">
            <a:solidFill>
              <a:schemeClr val="accent1">
                <a:lumMod val="75000"/>
              </a:schemeClr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943" y="6086626"/>
            <a:ext cx="3178604" cy="45785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 </a:t>
            </a:r>
            <a:r>
              <a:rPr lang="en-US" dirty="0" smtClean="0">
                <a:solidFill>
                  <a:schemeClr val="bg1"/>
                </a:solidFill>
              </a:rPr>
              <a:t>- JAGADEESWARY.T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6" y="-1"/>
            <a:ext cx="12054114" cy="4519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235C91-959C-45D9-B60A-005B894ACE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E38AEF-4E2D-4D00-9707-4356DDB773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EF06AFC-006B-4BB6-8B59-5A9E1B0534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0</TotalTime>
  <Words>867</Words>
  <Application>Microsoft Office PowerPoint</Application>
  <PresentationFormat>Widescreen</PresentationFormat>
  <Paragraphs>180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Bodoni MT Black</vt:lpstr>
      <vt:lpstr>Calibri</vt:lpstr>
      <vt:lpstr>Californian FB</vt:lpstr>
      <vt:lpstr>Gill Sans MT</vt:lpstr>
      <vt:lpstr>Wingdings</vt:lpstr>
      <vt:lpstr>Parcel</vt:lpstr>
      <vt:lpstr>WELCOME</vt:lpstr>
      <vt:lpstr>PowerPoint Presentation</vt:lpstr>
      <vt:lpstr>PowerPoint Presentation</vt:lpstr>
      <vt:lpstr>Portfolio Growth</vt:lpstr>
      <vt:lpstr>Investment goals</vt:lpstr>
      <vt:lpstr>Thank you</vt:lpstr>
      <vt:lpstr>PowerPoint Presentation</vt:lpstr>
      <vt:lpstr>PowerPoint Presentation</vt:lpstr>
      <vt:lpstr>Thank you</vt:lpstr>
      <vt:lpstr>PowerPoint Presentation</vt:lpstr>
      <vt:lpstr>Need to know</vt:lpstr>
      <vt:lpstr>PowerPoint Presentation</vt:lpstr>
      <vt:lpstr>Need to know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2026-10-08T01:03:17Z</dcterms:created>
  <dcterms:modified xsi:type="dcterms:W3CDTF">2026-10-08T07:47:15Z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